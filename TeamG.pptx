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96" r:id="rId12"/>
  </p:sldMasterIdLst>
  <p:notesMasterIdLst>
    <p:notesMasterId r:id="rId23"/>
  </p:notesMasterIdLst>
  <p:sldIdLst>
    <p:sldId id="2142533844" r:id="rId13"/>
    <p:sldId id="2142533866" r:id="rId14"/>
    <p:sldId id="2142533846" r:id="rId15"/>
    <p:sldId id="258" r:id="rId16"/>
    <p:sldId id="259" r:id="rId17"/>
    <p:sldId id="260" r:id="rId18"/>
    <p:sldId id="261" r:id="rId19"/>
    <p:sldId id="262" r:id="rId20"/>
    <p:sldId id="264" r:id="rId21"/>
    <p:sldId id="265"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70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A00"/>
    <a:srgbClr val="3E464A"/>
    <a:srgbClr val="DBDDDF"/>
    <a:srgbClr val="3C454A"/>
    <a:srgbClr val="F6BD18"/>
    <a:srgbClr val="D62429"/>
    <a:srgbClr val="0965B1"/>
    <a:srgbClr val="097288"/>
    <a:srgbClr val="EC7A2E"/>
    <a:srgbClr val="71797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35DFC0-D233-4703-93A0-8E33AA51B114}" v="38" dt="2026-09-27T11:07:06.61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71977" autoAdjust="0"/>
  </p:normalViewPr>
  <p:slideViewPr>
    <p:cSldViewPr snapToGrid="0" showGuides="1">
      <p:cViewPr varScale="1">
        <p:scale>
          <a:sx n="68" d="100"/>
          <a:sy n="68" d="100"/>
        </p:scale>
        <p:origin x="1219" y="72"/>
      </p:cViewPr>
      <p:guideLst>
        <p:guide orient="horz" pos="2160"/>
        <p:guide pos="2706"/>
      </p:guideLst>
    </p:cSldViewPr>
  </p:slideViewPr>
  <p:notesTextViewPr>
    <p:cViewPr>
      <p:scale>
        <a:sx n="3" d="2"/>
        <a:sy n="3" d="2"/>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customXml" Target="../customXml/item8.xml"/><Relationship Id="rId13" Type="http://schemas.openxmlformats.org/officeDocument/2006/relationships/slide" Target="slides/slide1.xml"/><Relationship Id="rId18" Type="http://schemas.openxmlformats.org/officeDocument/2006/relationships/slide" Target="slides/slide6.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9.xml"/><Relationship Id="rId7" Type="http://schemas.openxmlformats.org/officeDocument/2006/relationships/customXml" Target="../customXml/item7.xml"/><Relationship Id="rId12" Type="http://schemas.openxmlformats.org/officeDocument/2006/relationships/slideMaster" Target="slideMasters/slideMaster1.xml"/><Relationship Id="rId17" Type="http://schemas.openxmlformats.org/officeDocument/2006/relationships/slide" Target="slides/slide5.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4.xml"/><Relationship Id="rId20" Type="http://schemas.openxmlformats.org/officeDocument/2006/relationships/slide" Target="slides/slide8.xml"/><Relationship Id="rId1" Type="http://schemas.openxmlformats.org/officeDocument/2006/relationships/customXml" Target="../customXml/item1.xml"/><Relationship Id="rId6" Type="http://schemas.openxmlformats.org/officeDocument/2006/relationships/customXml" Target="../customXml/item6.xml"/><Relationship Id="rId11" Type="http://schemas.openxmlformats.org/officeDocument/2006/relationships/customXml" Target="../customXml/item11.xml"/><Relationship Id="rId24" Type="http://schemas.openxmlformats.org/officeDocument/2006/relationships/presProps" Target="presProps.xml"/><Relationship Id="rId5" Type="http://schemas.openxmlformats.org/officeDocument/2006/relationships/customXml" Target="../customXml/item5.xml"/><Relationship Id="rId15" Type="http://schemas.openxmlformats.org/officeDocument/2006/relationships/slide" Target="slides/slide3.xml"/><Relationship Id="rId23" Type="http://schemas.openxmlformats.org/officeDocument/2006/relationships/notesMaster" Target="notesMasters/notesMaster1.xml"/><Relationship Id="rId28" Type="http://schemas.microsoft.com/office/2015/10/relationships/revisionInfo" Target="revisionInfo.xml"/><Relationship Id="rId10" Type="http://schemas.openxmlformats.org/officeDocument/2006/relationships/customXml" Target="../customXml/item10.xml"/><Relationship Id="rId19" Type="http://schemas.openxmlformats.org/officeDocument/2006/relationships/slide" Target="slides/slide7.xml"/><Relationship Id="rId4" Type="http://schemas.openxmlformats.org/officeDocument/2006/relationships/customXml" Target="../customXml/item4.xml"/><Relationship Id="rId9" Type="http://schemas.openxmlformats.org/officeDocument/2006/relationships/customXml" Target="../customXml/item9.xml"/><Relationship Id="rId14" Type="http://schemas.openxmlformats.org/officeDocument/2006/relationships/slide" Target="slides/slide2.xml"/><Relationship Id="rId22" Type="http://schemas.openxmlformats.org/officeDocument/2006/relationships/slide" Target="slides/slide10.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DCA87A2-BD1B-426C-AFCB-39937A444E4A}" type="datetimeFigureOut">
              <a:rPr lang="en-US" smtClean="0"/>
              <a:t>9/26/2026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884D80-B825-47BF-8C92-89A5146EE27F}" type="slidenum">
              <a:rPr lang="en-US" smtClean="0"/>
              <a:t>‹#›</a:t>
            </a:fld>
            <a:endParaRPr lang="en-US" dirty="0"/>
          </a:p>
        </p:txBody>
      </p:sp>
    </p:spTree>
    <p:extLst>
      <p:ext uri="{BB962C8B-B14F-4D97-AF65-F5344CB8AC3E}">
        <p14:creationId xmlns:p14="http://schemas.microsoft.com/office/powerpoint/2010/main" val="38930895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4884D80-B825-47BF-8C92-89A5146EE27F}" type="slidenum">
              <a:rPr lang="en-US" smtClean="0"/>
              <a:t>3</a:t>
            </a:fld>
            <a:endParaRPr lang="en-US" dirty="0"/>
          </a:p>
        </p:txBody>
      </p:sp>
    </p:spTree>
    <p:extLst>
      <p:ext uri="{BB962C8B-B14F-4D97-AF65-F5344CB8AC3E}">
        <p14:creationId xmlns:p14="http://schemas.microsoft.com/office/powerpoint/2010/main" val="37001633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Ask the room: "Who has opened a ticket and spent the first hour just finding the right files?" That is the everyday pain. Then the twist: AI tools are great at this, but many companies are not allowed to paste code into ChatGPT or a cloud agent, so they get no AI help at all.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The tool collects the facts itself and the AI only writes: small local models are far more accurate with real data. It picks the fastest chip automatically. If asked: Foundry Local runs qwen3-4b; the ticket is read read-only through the official Azure DevOps MCP server; the NPU path is unit-tested but not yet run on real Copilot+ hardware.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sec. Starting a task uses Investigate, onboarding uses Generate docs, questions use Ask. Also works in VS Code tasks, scripts and CI, and can serve its repo tools to Copilot or Claude through MCP.</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sec. Top row = the three main jobs. Bottom row = one-time setup and helpers. Investigate always asks before posting a comment back to the ticket. If something is missing (repo not set up, not signed in), the menu offers to fix it right there. Every menu item is also a CLI command for scripts and CI. This is the menu you'll open in the demo next.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the core of the pitch. 1) Open the menu, show the status panel. 2) Investigate a real ticket and open the report. 3) Point at the last line of output: it states which chip ran the AI and that nothing was sent to a cloud AI service. 4) One ask question if time allows. On CPU a report takes about a minute or more, so have pre-generated reports open as a backup.</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sec. Be honest: the small model can make small mistakes, and the model is swappable for a bigger one. NPUs make bigger local models practical.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sec. Read the four answers out loud, one line each, say thank you, and leave this slide up during questions. Requirements if asked: Node.js 20+, git, an Azure DevOps Personal Access Token.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Right Side Picture Bulletpoints">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84047F10-05B1-4497-B327-8EA2C005AA85}"/>
              </a:ext>
            </a:extLst>
          </p:cNvPr>
          <p:cNvSpPr>
            <a:spLocks noGrp="1"/>
          </p:cNvSpPr>
          <p:nvPr>
            <p:ph type="pic" sz="quarter" idx="10"/>
          </p:nvPr>
        </p:nvSpPr>
        <p:spPr>
          <a:xfrm>
            <a:off x="7627938" y="0"/>
            <a:ext cx="4564062" cy="6858000"/>
          </a:xfrm>
          <a:prstGeom prst="rect">
            <a:avLst/>
          </a:prstGeom>
        </p:spPr>
        <p:txBody>
          <a:bodyPr/>
          <a:lstStyle/>
          <a:p>
            <a:r>
              <a:rPr lang="en-US"/>
              <a:t>Click icon to add picture</a:t>
            </a:r>
            <a:endParaRPr lang="en-GB"/>
          </a:p>
        </p:txBody>
      </p:sp>
      <p:sp>
        <p:nvSpPr>
          <p:cNvPr id="16" name="Text Placeholder 15">
            <a:extLst>
              <a:ext uri="{FF2B5EF4-FFF2-40B4-BE49-F238E27FC236}">
                <a16:creationId xmlns:a16="http://schemas.microsoft.com/office/drawing/2014/main" id="{60F0E2F8-FC76-4706-A200-AE65B8B346ED}"/>
              </a:ext>
            </a:extLst>
          </p:cNvPr>
          <p:cNvSpPr>
            <a:spLocks noGrp="1"/>
          </p:cNvSpPr>
          <p:nvPr>
            <p:ph type="body" sz="quarter" idx="11" hasCustomPrompt="1"/>
          </p:nvPr>
        </p:nvSpPr>
        <p:spPr>
          <a:xfrm>
            <a:off x="1028700" y="1280160"/>
            <a:ext cx="5791200" cy="1447165"/>
          </a:xfrm>
          <a:prstGeom prst="rect">
            <a:avLst/>
          </a:prstGeom>
        </p:spPr>
        <p:txBody>
          <a:bodyPr/>
          <a:lstStyle>
            <a:lvl1pPr marL="0" indent="0">
              <a:lnSpc>
                <a:spcPct val="80000"/>
              </a:lnSpc>
              <a:buNone/>
              <a:defRPr sz="4400" b="1">
                <a:solidFill>
                  <a:srgbClr val="3C454A"/>
                </a:solidFill>
                <a:latin typeface="+mj-lt"/>
              </a:defRPr>
            </a:lvl1pPr>
          </a:lstStyle>
          <a:p>
            <a:pPr lvl="0"/>
            <a:r>
              <a:rPr lang="lv-LV" dirty="0" err="1"/>
              <a:t>Headline</a:t>
            </a:r>
            <a:r>
              <a:rPr lang="lv-LV" dirty="0"/>
              <a:t> </a:t>
            </a:r>
            <a:r>
              <a:rPr lang="lv-LV" dirty="0" err="1"/>
              <a:t>example</a:t>
            </a:r>
            <a:endParaRPr lang="lv-LV" dirty="0"/>
          </a:p>
          <a:p>
            <a:pPr lvl="0"/>
            <a:r>
              <a:rPr lang="lv-LV" dirty="0" err="1"/>
              <a:t>with</a:t>
            </a:r>
            <a:r>
              <a:rPr lang="lv-LV" dirty="0"/>
              <a:t> </a:t>
            </a:r>
            <a:r>
              <a:rPr lang="lv-LV" dirty="0" err="1"/>
              <a:t>an</a:t>
            </a:r>
            <a:r>
              <a:rPr lang="lv-LV" dirty="0"/>
              <a:t> </a:t>
            </a:r>
            <a:r>
              <a:rPr lang="lv-LV" dirty="0" err="1"/>
              <a:t>emphasis</a:t>
            </a:r>
            <a:endParaRPr lang="en-GB" dirty="0"/>
          </a:p>
        </p:txBody>
      </p:sp>
      <p:sp>
        <p:nvSpPr>
          <p:cNvPr id="18" name="Text Placeholder 17">
            <a:extLst>
              <a:ext uri="{FF2B5EF4-FFF2-40B4-BE49-F238E27FC236}">
                <a16:creationId xmlns:a16="http://schemas.microsoft.com/office/drawing/2014/main" id="{D8E9370F-5ACC-4D98-A7E8-DCC60DD138CB}"/>
              </a:ext>
            </a:extLst>
          </p:cNvPr>
          <p:cNvSpPr>
            <a:spLocks noGrp="1"/>
          </p:cNvSpPr>
          <p:nvPr>
            <p:ph type="body" sz="quarter" idx="12"/>
          </p:nvPr>
        </p:nvSpPr>
        <p:spPr>
          <a:xfrm>
            <a:off x="1028701" y="3063875"/>
            <a:ext cx="5791200" cy="2743200"/>
          </a:xfrm>
          <a:prstGeom prst="rect">
            <a:avLst/>
          </a:prstGeom>
        </p:spPr>
        <p:txBody>
          <a:bodyPr/>
          <a:lstStyle>
            <a:lvl1pPr>
              <a:buClr>
                <a:srgbClr val="008A00"/>
              </a:buClr>
              <a:buSzPct val="125000"/>
              <a:defRPr sz="2000">
                <a:solidFill>
                  <a:srgbClr val="3C454A"/>
                </a:solidFill>
              </a:defRPr>
            </a:lvl1pPr>
            <a:lvl2pPr>
              <a:buClr>
                <a:srgbClr val="008A00"/>
              </a:buClr>
              <a:buSzPct val="125000"/>
              <a:defRPr sz="2000">
                <a:solidFill>
                  <a:srgbClr val="3C454A"/>
                </a:solidFill>
              </a:defRPr>
            </a:lvl2pPr>
            <a:lvl3pPr>
              <a:buClr>
                <a:srgbClr val="008A00"/>
              </a:buClr>
              <a:buSzPct val="125000"/>
              <a:defRPr sz="2000">
                <a:solidFill>
                  <a:srgbClr val="3C454A"/>
                </a:solidFill>
              </a:defRPr>
            </a:lvl3pPr>
            <a:lvl4pPr>
              <a:buClr>
                <a:srgbClr val="008A00"/>
              </a:buClr>
              <a:buSzPct val="125000"/>
              <a:defRPr sz="2000">
                <a:solidFill>
                  <a:srgbClr val="3C454A"/>
                </a:solidFill>
              </a:defRPr>
            </a:lvl4pPr>
            <a:lvl5pPr>
              <a:buClr>
                <a:srgbClr val="008A00"/>
              </a:buClr>
              <a:buSzPct val="125000"/>
              <a:defRPr sz="2000">
                <a:solidFill>
                  <a:srgbClr val="3C454A"/>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7754052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Right Side Picture Text">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84047F10-05B1-4497-B327-8EA2C005AA85}"/>
              </a:ext>
            </a:extLst>
          </p:cNvPr>
          <p:cNvSpPr>
            <a:spLocks noGrp="1"/>
          </p:cNvSpPr>
          <p:nvPr>
            <p:ph type="pic" sz="quarter" idx="10"/>
          </p:nvPr>
        </p:nvSpPr>
        <p:spPr>
          <a:xfrm>
            <a:off x="7627938" y="0"/>
            <a:ext cx="4564062" cy="6858000"/>
          </a:xfrm>
          <a:prstGeom prst="rect">
            <a:avLst/>
          </a:prstGeom>
        </p:spPr>
        <p:txBody>
          <a:bodyPr/>
          <a:lstStyle/>
          <a:p>
            <a:r>
              <a:rPr lang="en-US" dirty="0"/>
              <a:t>Click icon to add picture</a:t>
            </a:r>
            <a:endParaRPr lang="en-GB" dirty="0"/>
          </a:p>
        </p:txBody>
      </p:sp>
      <p:sp>
        <p:nvSpPr>
          <p:cNvPr id="16" name="Text Placeholder 15">
            <a:extLst>
              <a:ext uri="{FF2B5EF4-FFF2-40B4-BE49-F238E27FC236}">
                <a16:creationId xmlns:a16="http://schemas.microsoft.com/office/drawing/2014/main" id="{60F0E2F8-FC76-4706-A200-AE65B8B346ED}"/>
              </a:ext>
            </a:extLst>
          </p:cNvPr>
          <p:cNvSpPr>
            <a:spLocks noGrp="1"/>
          </p:cNvSpPr>
          <p:nvPr>
            <p:ph type="body" sz="quarter" idx="11" hasCustomPrompt="1"/>
          </p:nvPr>
        </p:nvSpPr>
        <p:spPr>
          <a:xfrm>
            <a:off x="1028700" y="1280160"/>
            <a:ext cx="5791200" cy="1447165"/>
          </a:xfrm>
          <a:prstGeom prst="rect">
            <a:avLst/>
          </a:prstGeom>
        </p:spPr>
        <p:txBody>
          <a:bodyPr/>
          <a:lstStyle>
            <a:lvl1pPr marL="0" indent="0">
              <a:lnSpc>
                <a:spcPct val="80000"/>
              </a:lnSpc>
              <a:buNone/>
              <a:defRPr sz="4400" b="1">
                <a:solidFill>
                  <a:srgbClr val="3C454A"/>
                </a:solidFill>
                <a:latin typeface="+mj-lt"/>
              </a:defRPr>
            </a:lvl1pPr>
          </a:lstStyle>
          <a:p>
            <a:pPr lvl="0"/>
            <a:r>
              <a:rPr lang="lv-LV" dirty="0" err="1"/>
              <a:t>Headline</a:t>
            </a:r>
            <a:r>
              <a:rPr lang="lv-LV" dirty="0"/>
              <a:t> </a:t>
            </a:r>
            <a:r>
              <a:rPr lang="lv-LV" dirty="0" err="1"/>
              <a:t>example</a:t>
            </a:r>
            <a:endParaRPr lang="lv-LV" dirty="0"/>
          </a:p>
          <a:p>
            <a:pPr lvl="0"/>
            <a:r>
              <a:rPr lang="lv-LV" dirty="0" err="1"/>
              <a:t>with</a:t>
            </a:r>
            <a:r>
              <a:rPr lang="lv-LV" dirty="0"/>
              <a:t> </a:t>
            </a:r>
            <a:r>
              <a:rPr lang="lv-LV" dirty="0" err="1"/>
              <a:t>an</a:t>
            </a:r>
            <a:r>
              <a:rPr lang="lv-LV" dirty="0"/>
              <a:t> </a:t>
            </a:r>
            <a:r>
              <a:rPr lang="lv-LV" dirty="0" err="1"/>
              <a:t>emphasis</a:t>
            </a:r>
            <a:endParaRPr lang="en-GB" dirty="0"/>
          </a:p>
        </p:txBody>
      </p:sp>
      <p:sp>
        <p:nvSpPr>
          <p:cNvPr id="18" name="Text Placeholder 17">
            <a:extLst>
              <a:ext uri="{FF2B5EF4-FFF2-40B4-BE49-F238E27FC236}">
                <a16:creationId xmlns:a16="http://schemas.microsoft.com/office/drawing/2014/main" id="{D8E9370F-5ACC-4D98-A7E8-DCC60DD138CB}"/>
              </a:ext>
            </a:extLst>
          </p:cNvPr>
          <p:cNvSpPr>
            <a:spLocks noGrp="1"/>
          </p:cNvSpPr>
          <p:nvPr>
            <p:ph type="body" sz="quarter" idx="12"/>
          </p:nvPr>
        </p:nvSpPr>
        <p:spPr>
          <a:xfrm>
            <a:off x="1028701" y="3063875"/>
            <a:ext cx="5791200" cy="2743200"/>
          </a:xfrm>
          <a:prstGeom prst="rect">
            <a:avLst/>
          </a:prstGeom>
        </p:spPr>
        <p:txBody>
          <a:bodyPr/>
          <a:lstStyle>
            <a:lvl1pPr marL="0" indent="0">
              <a:buClr>
                <a:srgbClr val="008A00"/>
              </a:buClr>
              <a:buSzPct val="125000"/>
              <a:buNone/>
              <a:defRPr sz="2000">
                <a:solidFill>
                  <a:srgbClr val="3C454A"/>
                </a:solidFill>
              </a:defRPr>
            </a:lvl1pPr>
            <a:lvl2pPr marL="457200" indent="0">
              <a:buClr>
                <a:srgbClr val="008A00"/>
              </a:buClr>
              <a:buSzPct val="125000"/>
              <a:buNone/>
              <a:defRPr sz="2000">
                <a:solidFill>
                  <a:srgbClr val="3C454A"/>
                </a:solidFill>
              </a:defRPr>
            </a:lvl2pPr>
            <a:lvl3pPr marL="914400" indent="0">
              <a:buClr>
                <a:srgbClr val="008A00"/>
              </a:buClr>
              <a:buSzPct val="125000"/>
              <a:buNone/>
              <a:defRPr sz="2000">
                <a:solidFill>
                  <a:srgbClr val="3C454A"/>
                </a:solidFill>
              </a:defRPr>
            </a:lvl3pPr>
            <a:lvl4pPr marL="1371600" indent="0">
              <a:buClr>
                <a:srgbClr val="008A00"/>
              </a:buClr>
              <a:buSzPct val="125000"/>
              <a:buNone/>
              <a:defRPr sz="2000">
                <a:solidFill>
                  <a:srgbClr val="3C454A"/>
                </a:solidFill>
              </a:defRPr>
            </a:lvl4pPr>
            <a:lvl5pPr marL="1828800" indent="0">
              <a:buClr>
                <a:srgbClr val="008A00"/>
              </a:buClr>
              <a:buSzPct val="125000"/>
              <a:buNone/>
              <a:defRPr sz="2000">
                <a:solidFill>
                  <a:srgbClr val="3C454A"/>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1576746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eft side Picture Bullsetpoints">
    <p:spTree>
      <p:nvGrpSpPr>
        <p:cNvPr id="1" name=""/>
        <p:cNvGrpSpPr/>
        <p:nvPr/>
      </p:nvGrpSpPr>
      <p:grpSpPr>
        <a:xfrm>
          <a:off x="0" y="0"/>
          <a:ext cx="0" cy="0"/>
          <a:chOff x="0" y="0"/>
          <a:chExt cx="0" cy="0"/>
        </a:xfrm>
      </p:grpSpPr>
      <p:sp>
        <p:nvSpPr>
          <p:cNvPr id="11" name="Picture Placeholder 13">
            <a:extLst>
              <a:ext uri="{FF2B5EF4-FFF2-40B4-BE49-F238E27FC236}">
                <a16:creationId xmlns:a16="http://schemas.microsoft.com/office/drawing/2014/main" id="{99FB40F1-0086-42E6-BD94-68D263D55692}"/>
              </a:ext>
            </a:extLst>
          </p:cNvPr>
          <p:cNvSpPr>
            <a:spLocks noGrp="1"/>
          </p:cNvSpPr>
          <p:nvPr>
            <p:ph type="pic" sz="quarter" idx="10"/>
          </p:nvPr>
        </p:nvSpPr>
        <p:spPr>
          <a:xfrm>
            <a:off x="0" y="0"/>
            <a:ext cx="4564062" cy="6858000"/>
          </a:xfrm>
          <a:prstGeom prst="rect">
            <a:avLst/>
          </a:prstGeom>
        </p:spPr>
        <p:txBody>
          <a:bodyPr/>
          <a:lstStyle/>
          <a:p>
            <a:r>
              <a:rPr lang="en-US"/>
              <a:t>Click icon to add picture</a:t>
            </a:r>
            <a:endParaRPr lang="en-GB"/>
          </a:p>
        </p:txBody>
      </p:sp>
      <p:sp>
        <p:nvSpPr>
          <p:cNvPr id="12" name="Text Placeholder 15">
            <a:extLst>
              <a:ext uri="{FF2B5EF4-FFF2-40B4-BE49-F238E27FC236}">
                <a16:creationId xmlns:a16="http://schemas.microsoft.com/office/drawing/2014/main" id="{DF4FB3DB-65A3-40B8-8707-E8C1D1752599}"/>
              </a:ext>
            </a:extLst>
          </p:cNvPr>
          <p:cNvSpPr>
            <a:spLocks noGrp="1"/>
          </p:cNvSpPr>
          <p:nvPr>
            <p:ph type="body" sz="quarter" idx="11" hasCustomPrompt="1"/>
          </p:nvPr>
        </p:nvSpPr>
        <p:spPr>
          <a:xfrm>
            <a:off x="5379720" y="1280160"/>
            <a:ext cx="5791200" cy="1447165"/>
          </a:xfrm>
          <a:prstGeom prst="rect">
            <a:avLst/>
          </a:prstGeom>
        </p:spPr>
        <p:txBody>
          <a:bodyPr/>
          <a:lstStyle>
            <a:lvl1pPr marL="0" indent="0">
              <a:lnSpc>
                <a:spcPct val="80000"/>
              </a:lnSpc>
              <a:buNone/>
              <a:defRPr sz="4400" b="1">
                <a:solidFill>
                  <a:srgbClr val="3C454A"/>
                </a:solidFill>
                <a:latin typeface="+mj-lt"/>
              </a:defRPr>
            </a:lvl1pPr>
          </a:lstStyle>
          <a:p>
            <a:pPr lvl="0"/>
            <a:r>
              <a:rPr lang="lv-LV" dirty="0" err="1"/>
              <a:t>Headline</a:t>
            </a:r>
            <a:r>
              <a:rPr lang="lv-LV" dirty="0"/>
              <a:t> </a:t>
            </a:r>
            <a:r>
              <a:rPr lang="lv-LV" dirty="0" err="1"/>
              <a:t>example</a:t>
            </a:r>
            <a:endParaRPr lang="lv-LV" dirty="0"/>
          </a:p>
          <a:p>
            <a:pPr lvl="0"/>
            <a:r>
              <a:rPr lang="lv-LV" dirty="0" err="1"/>
              <a:t>with</a:t>
            </a:r>
            <a:r>
              <a:rPr lang="lv-LV" dirty="0"/>
              <a:t> </a:t>
            </a:r>
            <a:r>
              <a:rPr lang="lv-LV" dirty="0" err="1"/>
              <a:t>an</a:t>
            </a:r>
            <a:r>
              <a:rPr lang="lv-LV" dirty="0"/>
              <a:t> </a:t>
            </a:r>
            <a:r>
              <a:rPr lang="lv-LV" dirty="0" err="1"/>
              <a:t>emphasis</a:t>
            </a:r>
            <a:endParaRPr lang="en-GB" dirty="0"/>
          </a:p>
        </p:txBody>
      </p:sp>
      <p:sp>
        <p:nvSpPr>
          <p:cNvPr id="13" name="Text Placeholder 17">
            <a:extLst>
              <a:ext uri="{FF2B5EF4-FFF2-40B4-BE49-F238E27FC236}">
                <a16:creationId xmlns:a16="http://schemas.microsoft.com/office/drawing/2014/main" id="{C0F4687C-5496-474F-8366-0B05E888890D}"/>
              </a:ext>
            </a:extLst>
          </p:cNvPr>
          <p:cNvSpPr>
            <a:spLocks noGrp="1"/>
          </p:cNvSpPr>
          <p:nvPr>
            <p:ph type="body" sz="quarter" idx="12"/>
          </p:nvPr>
        </p:nvSpPr>
        <p:spPr>
          <a:xfrm>
            <a:off x="5379721" y="3063875"/>
            <a:ext cx="5791200" cy="2743200"/>
          </a:xfrm>
          <a:prstGeom prst="rect">
            <a:avLst/>
          </a:prstGeom>
        </p:spPr>
        <p:txBody>
          <a:bodyPr/>
          <a:lstStyle>
            <a:lvl1pPr>
              <a:buClr>
                <a:srgbClr val="008A00"/>
              </a:buClr>
              <a:buSzPct val="125000"/>
              <a:defRPr sz="2000">
                <a:solidFill>
                  <a:srgbClr val="3C454A"/>
                </a:solidFill>
              </a:defRPr>
            </a:lvl1pPr>
            <a:lvl2pPr>
              <a:buClr>
                <a:srgbClr val="008A00"/>
              </a:buClr>
              <a:buSzPct val="125000"/>
              <a:defRPr sz="2000">
                <a:solidFill>
                  <a:srgbClr val="3C454A"/>
                </a:solidFill>
              </a:defRPr>
            </a:lvl2pPr>
            <a:lvl3pPr>
              <a:buClr>
                <a:srgbClr val="008A00"/>
              </a:buClr>
              <a:buSzPct val="125000"/>
              <a:defRPr sz="2000">
                <a:solidFill>
                  <a:srgbClr val="3C454A"/>
                </a:solidFill>
              </a:defRPr>
            </a:lvl3pPr>
            <a:lvl4pPr>
              <a:buClr>
                <a:srgbClr val="008A00"/>
              </a:buClr>
              <a:buSzPct val="125000"/>
              <a:defRPr sz="2000">
                <a:solidFill>
                  <a:srgbClr val="3C454A"/>
                </a:solidFill>
              </a:defRPr>
            </a:lvl4pPr>
            <a:lvl5pPr>
              <a:buClr>
                <a:srgbClr val="008A00"/>
              </a:buClr>
              <a:buSzPct val="125000"/>
              <a:defRPr sz="2000">
                <a:solidFill>
                  <a:srgbClr val="3C454A"/>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5149983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eft side Picture Text">
    <p:spTree>
      <p:nvGrpSpPr>
        <p:cNvPr id="1" name=""/>
        <p:cNvGrpSpPr/>
        <p:nvPr/>
      </p:nvGrpSpPr>
      <p:grpSpPr>
        <a:xfrm>
          <a:off x="0" y="0"/>
          <a:ext cx="0" cy="0"/>
          <a:chOff x="0" y="0"/>
          <a:chExt cx="0" cy="0"/>
        </a:xfrm>
      </p:grpSpPr>
      <p:sp>
        <p:nvSpPr>
          <p:cNvPr id="11" name="Picture Placeholder 13">
            <a:extLst>
              <a:ext uri="{FF2B5EF4-FFF2-40B4-BE49-F238E27FC236}">
                <a16:creationId xmlns:a16="http://schemas.microsoft.com/office/drawing/2014/main" id="{99FB40F1-0086-42E6-BD94-68D263D55692}"/>
              </a:ext>
            </a:extLst>
          </p:cNvPr>
          <p:cNvSpPr>
            <a:spLocks noGrp="1"/>
          </p:cNvSpPr>
          <p:nvPr>
            <p:ph type="pic" sz="quarter" idx="10"/>
          </p:nvPr>
        </p:nvSpPr>
        <p:spPr>
          <a:xfrm>
            <a:off x="0" y="0"/>
            <a:ext cx="4564062" cy="6858000"/>
          </a:xfrm>
          <a:prstGeom prst="rect">
            <a:avLst/>
          </a:prstGeom>
        </p:spPr>
        <p:txBody>
          <a:bodyPr/>
          <a:lstStyle/>
          <a:p>
            <a:r>
              <a:rPr lang="en-US"/>
              <a:t>Click icon to add picture</a:t>
            </a:r>
            <a:endParaRPr lang="en-GB"/>
          </a:p>
        </p:txBody>
      </p:sp>
      <p:sp>
        <p:nvSpPr>
          <p:cNvPr id="12" name="Text Placeholder 15">
            <a:extLst>
              <a:ext uri="{FF2B5EF4-FFF2-40B4-BE49-F238E27FC236}">
                <a16:creationId xmlns:a16="http://schemas.microsoft.com/office/drawing/2014/main" id="{DF4FB3DB-65A3-40B8-8707-E8C1D1752599}"/>
              </a:ext>
            </a:extLst>
          </p:cNvPr>
          <p:cNvSpPr>
            <a:spLocks noGrp="1"/>
          </p:cNvSpPr>
          <p:nvPr>
            <p:ph type="body" sz="quarter" idx="11" hasCustomPrompt="1"/>
          </p:nvPr>
        </p:nvSpPr>
        <p:spPr>
          <a:xfrm>
            <a:off x="5379720" y="1280160"/>
            <a:ext cx="5791200" cy="1447165"/>
          </a:xfrm>
          <a:prstGeom prst="rect">
            <a:avLst/>
          </a:prstGeom>
        </p:spPr>
        <p:txBody>
          <a:bodyPr/>
          <a:lstStyle>
            <a:lvl1pPr marL="0" indent="0">
              <a:lnSpc>
                <a:spcPct val="80000"/>
              </a:lnSpc>
              <a:buNone/>
              <a:defRPr sz="4400" b="1">
                <a:solidFill>
                  <a:srgbClr val="3C454A"/>
                </a:solidFill>
                <a:latin typeface="+mj-lt"/>
              </a:defRPr>
            </a:lvl1pPr>
          </a:lstStyle>
          <a:p>
            <a:pPr lvl="0"/>
            <a:r>
              <a:rPr lang="lv-LV" dirty="0" err="1"/>
              <a:t>Headline</a:t>
            </a:r>
            <a:r>
              <a:rPr lang="lv-LV" dirty="0"/>
              <a:t> </a:t>
            </a:r>
            <a:r>
              <a:rPr lang="lv-LV" dirty="0" err="1"/>
              <a:t>example</a:t>
            </a:r>
            <a:endParaRPr lang="lv-LV" dirty="0"/>
          </a:p>
          <a:p>
            <a:pPr lvl="0"/>
            <a:r>
              <a:rPr lang="lv-LV" dirty="0" err="1"/>
              <a:t>with</a:t>
            </a:r>
            <a:r>
              <a:rPr lang="lv-LV" dirty="0"/>
              <a:t> </a:t>
            </a:r>
            <a:r>
              <a:rPr lang="lv-LV" dirty="0" err="1"/>
              <a:t>an</a:t>
            </a:r>
            <a:r>
              <a:rPr lang="lv-LV" dirty="0"/>
              <a:t> </a:t>
            </a:r>
            <a:r>
              <a:rPr lang="lv-LV" dirty="0" err="1"/>
              <a:t>emphasis</a:t>
            </a:r>
            <a:endParaRPr lang="en-GB" dirty="0"/>
          </a:p>
        </p:txBody>
      </p:sp>
      <p:sp>
        <p:nvSpPr>
          <p:cNvPr id="13" name="Text Placeholder 17">
            <a:extLst>
              <a:ext uri="{FF2B5EF4-FFF2-40B4-BE49-F238E27FC236}">
                <a16:creationId xmlns:a16="http://schemas.microsoft.com/office/drawing/2014/main" id="{C0F4687C-5496-474F-8366-0B05E888890D}"/>
              </a:ext>
            </a:extLst>
          </p:cNvPr>
          <p:cNvSpPr>
            <a:spLocks noGrp="1"/>
          </p:cNvSpPr>
          <p:nvPr>
            <p:ph type="body" sz="quarter" idx="12"/>
          </p:nvPr>
        </p:nvSpPr>
        <p:spPr>
          <a:xfrm>
            <a:off x="5379721" y="3063875"/>
            <a:ext cx="5791200" cy="2743200"/>
          </a:xfrm>
          <a:prstGeom prst="rect">
            <a:avLst/>
          </a:prstGeom>
        </p:spPr>
        <p:txBody>
          <a:bodyPr/>
          <a:lstStyle>
            <a:lvl1pPr marL="0" indent="0">
              <a:buClr>
                <a:srgbClr val="008A00"/>
              </a:buClr>
              <a:buSzPct val="125000"/>
              <a:buNone/>
              <a:defRPr sz="2000">
                <a:solidFill>
                  <a:srgbClr val="3C454A"/>
                </a:solidFill>
              </a:defRPr>
            </a:lvl1pPr>
            <a:lvl2pPr marL="457200" indent="0">
              <a:buClr>
                <a:srgbClr val="008A00"/>
              </a:buClr>
              <a:buSzPct val="125000"/>
              <a:buNone/>
              <a:defRPr sz="2000">
                <a:solidFill>
                  <a:srgbClr val="3C454A"/>
                </a:solidFill>
              </a:defRPr>
            </a:lvl2pPr>
            <a:lvl3pPr marL="914400" indent="0">
              <a:buClr>
                <a:srgbClr val="008A00"/>
              </a:buClr>
              <a:buSzPct val="125000"/>
              <a:buNone/>
              <a:defRPr sz="2000">
                <a:solidFill>
                  <a:srgbClr val="3C454A"/>
                </a:solidFill>
              </a:defRPr>
            </a:lvl3pPr>
            <a:lvl4pPr marL="1371600" indent="0">
              <a:buClr>
                <a:srgbClr val="008A00"/>
              </a:buClr>
              <a:buSzPct val="125000"/>
              <a:buNone/>
              <a:defRPr sz="2000">
                <a:solidFill>
                  <a:srgbClr val="3C454A"/>
                </a:solidFill>
              </a:defRPr>
            </a:lvl4pPr>
            <a:lvl5pPr marL="1828800" indent="0">
              <a:buClr>
                <a:srgbClr val="008A00"/>
              </a:buClr>
              <a:buSzPct val="125000"/>
              <a:buNone/>
              <a:defRPr sz="2000">
                <a:solidFill>
                  <a:srgbClr val="3C454A"/>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503964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Full Page Text">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3" name="Text Placeholder 15">
            <a:extLst>
              <a:ext uri="{FF2B5EF4-FFF2-40B4-BE49-F238E27FC236}">
                <a16:creationId xmlns:a16="http://schemas.microsoft.com/office/drawing/2014/main" id="{89D75595-639F-4983-8AB0-DE5160456FF1}"/>
              </a:ext>
            </a:extLst>
          </p:cNvPr>
          <p:cNvSpPr>
            <a:spLocks noGrp="1"/>
          </p:cNvSpPr>
          <p:nvPr>
            <p:ph type="body" sz="quarter" idx="11" hasCustomPrompt="1"/>
          </p:nvPr>
        </p:nvSpPr>
        <p:spPr>
          <a:xfrm>
            <a:off x="1028700" y="731520"/>
            <a:ext cx="10355580" cy="586105"/>
          </a:xfrm>
          <a:prstGeom prst="rect">
            <a:avLst/>
          </a:prstGeom>
        </p:spPr>
        <p:txBody>
          <a:bodyPr/>
          <a:lstStyle>
            <a:lvl1pPr marL="0" indent="0">
              <a:lnSpc>
                <a:spcPct val="80000"/>
              </a:lnSpc>
              <a:buNone/>
              <a:defRPr sz="4400" b="1">
                <a:solidFill>
                  <a:srgbClr val="3C454A"/>
                </a:solidFill>
                <a:latin typeface="+mj-lt"/>
              </a:defRPr>
            </a:lvl1pPr>
          </a:lstStyle>
          <a:p>
            <a:pPr lvl="0"/>
            <a:r>
              <a:rPr lang="lv-LV" dirty="0" err="1"/>
              <a:t>Headline</a:t>
            </a:r>
            <a:r>
              <a:rPr lang="lv-LV" dirty="0"/>
              <a:t> </a:t>
            </a:r>
            <a:r>
              <a:rPr lang="lv-LV" dirty="0" err="1"/>
              <a:t>example</a:t>
            </a:r>
            <a:endParaRPr lang="en-GB" dirty="0"/>
          </a:p>
        </p:txBody>
      </p:sp>
      <p:sp>
        <p:nvSpPr>
          <p:cNvPr id="5" name="Text Placeholder 17">
            <a:extLst>
              <a:ext uri="{FF2B5EF4-FFF2-40B4-BE49-F238E27FC236}">
                <a16:creationId xmlns:a16="http://schemas.microsoft.com/office/drawing/2014/main" id="{99030FE9-0D50-4248-9DBC-C956EA298CF4}"/>
              </a:ext>
            </a:extLst>
          </p:cNvPr>
          <p:cNvSpPr>
            <a:spLocks noGrp="1"/>
          </p:cNvSpPr>
          <p:nvPr>
            <p:ph type="body" sz="quarter" idx="12"/>
          </p:nvPr>
        </p:nvSpPr>
        <p:spPr>
          <a:xfrm>
            <a:off x="1028700" y="1768474"/>
            <a:ext cx="10408920" cy="3946525"/>
          </a:xfrm>
          <a:prstGeom prst="rect">
            <a:avLst/>
          </a:prstGeom>
        </p:spPr>
        <p:txBody>
          <a:bodyPr/>
          <a:lstStyle>
            <a:lvl1pPr marL="0" indent="0">
              <a:buClr>
                <a:srgbClr val="008A00"/>
              </a:buClr>
              <a:buSzPct val="125000"/>
              <a:buNone/>
              <a:defRPr sz="2000">
                <a:solidFill>
                  <a:srgbClr val="3C454A"/>
                </a:solidFill>
              </a:defRPr>
            </a:lvl1pPr>
            <a:lvl2pPr marL="457200" indent="0">
              <a:buClr>
                <a:srgbClr val="008A00"/>
              </a:buClr>
              <a:buSzPct val="125000"/>
              <a:buNone/>
              <a:defRPr sz="2000">
                <a:solidFill>
                  <a:srgbClr val="3C454A"/>
                </a:solidFill>
              </a:defRPr>
            </a:lvl2pPr>
            <a:lvl3pPr marL="914400" indent="0">
              <a:buClr>
                <a:srgbClr val="008A00"/>
              </a:buClr>
              <a:buSzPct val="125000"/>
              <a:buNone/>
              <a:defRPr sz="2000">
                <a:solidFill>
                  <a:srgbClr val="3C454A"/>
                </a:solidFill>
              </a:defRPr>
            </a:lvl3pPr>
            <a:lvl4pPr marL="1371600" indent="0">
              <a:buClr>
                <a:srgbClr val="008A00"/>
              </a:buClr>
              <a:buSzPct val="125000"/>
              <a:buNone/>
              <a:defRPr sz="2000">
                <a:solidFill>
                  <a:srgbClr val="3C454A"/>
                </a:solidFill>
              </a:defRPr>
            </a:lvl4pPr>
            <a:lvl5pPr marL="1828800" indent="0">
              <a:buClr>
                <a:srgbClr val="008A00"/>
              </a:buClr>
              <a:buSzPct val="125000"/>
              <a:buNone/>
              <a:defRPr sz="2000">
                <a:solidFill>
                  <a:srgbClr val="3C454A"/>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530927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9E270DA0-2C13-42BB-BCD9-1DC48AD3F8DF}"/>
              </a:ext>
            </a:extLst>
          </p:cNvPr>
          <p:cNvSpPr>
            <a:spLocks noGrp="1"/>
          </p:cNvSpPr>
          <p:nvPr>
            <p:ph type="body" sz="quarter" idx="10" hasCustomPrompt="1"/>
          </p:nvPr>
        </p:nvSpPr>
        <p:spPr>
          <a:xfrm>
            <a:off x="1332865" y="2491741"/>
            <a:ext cx="6477000" cy="845820"/>
          </a:xfrm>
          <a:prstGeom prst="rect">
            <a:avLst/>
          </a:prstGeom>
        </p:spPr>
        <p:txBody>
          <a:bodyPr/>
          <a:lstStyle>
            <a:lvl1pPr marL="0" indent="0">
              <a:buNone/>
              <a:defRPr sz="6600" b="1">
                <a:solidFill>
                  <a:srgbClr val="3C454A"/>
                </a:solidFill>
                <a:latin typeface="+mj-lt"/>
              </a:defRPr>
            </a:lvl1pPr>
            <a:lvl2pPr marL="457200" indent="0">
              <a:buNone/>
              <a:defRPr sz="6600">
                <a:solidFill>
                  <a:schemeClr val="bg1"/>
                </a:solidFill>
                <a:latin typeface="+mj-lt"/>
              </a:defRPr>
            </a:lvl2pPr>
            <a:lvl3pPr marL="914400" indent="0">
              <a:buNone/>
              <a:defRPr sz="6600">
                <a:solidFill>
                  <a:schemeClr val="bg1"/>
                </a:solidFill>
                <a:latin typeface="+mj-lt"/>
              </a:defRPr>
            </a:lvl3pPr>
            <a:lvl4pPr marL="1371600" indent="0">
              <a:buNone/>
              <a:defRPr sz="6600">
                <a:solidFill>
                  <a:schemeClr val="bg1"/>
                </a:solidFill>
                <a:latin typeface="+mj-lt"/>
              </a:defRPr>
            </a:lvl4pPr>
            <a:lvl5pPr marL="1828800" indent="0">
              <a:buNone/>
              <a:defRPr sz="6600">
                <a:solidFill>
                  <a:schemeClr val="bg1"/>
                </a:solidFill>
                <a:latin typeface="+mj-lt"/>
              </a:defRPr>
            </a:lvl5pPr>
          </a:lstStyle>
          <a:p>
            <a:pPr lvl="0"/>
            <a:r>
              <a:rPr lang="lv-LV" dirty="0" err="1"/>
              <a:t>Transition</a:t>
            </a:r>
            <a:r>
              <a:rPr lang="lv-LV" dirty="0"/>
              <a:t> </a:t>
            </a:r>
            <a:r>
              <a:rPr lang="lv-LV" dirty="0" err="1"/>
              <a:t>slide</a:t>
            </a:r>
            <a:endParaRPr lang="en-GB" dirty="0"/>
          </a:p>
        </p:txBody>
      </p:sp>
      <p:sp>
        <p:nvSpPr>
          <p:cNvPr id="6" name="Text Placeholder 4">
            <a:extLst>
              <a:ext uri="{FF2B5EF4-FFF2-40B4-BE49-F238E27FC236}">
                <a16:creationId xmlns:a16="http://schemas.microsoft.com/office/drawing/2014/main" id="{839F55CF-ABAD-4D3A-837C-8464F8CB73A4}"/>
              </a:ext>
            </a:extLst>
          </p:cNvPr>
          <p:cNvSpPr>
            <a:spLocks noGrp="1"/>
          </p:cNvSpPr>
          <p:nvPr>
            <p:ph type="body" sz="quarter" idx="11" hasCustomPrompt="1"/>
          </p:nvPr>
        </p:nvSpPr>
        <p:spPr>
          <a:xfrm>
            <a:off x="1332864" y="3520440"/>
            <a:ext cx="6896736" cy="1041399"/>
          </a:xfrm>
          <a:prstGeom prst="rect">
            <a:avLst/>
          </a:prstGeom>
        </p:spPr>
        <p:txBody>
          <a:bodyPr/>
          <a:lstStyle>
            <a:lvl1pPr marL="0" indent="0">
              <a:buNone/>
              <a:defRPr sz="3200">
                <a:solidFill>
                  <a:srgbClr val="3C454A"/>
                </a:solidFill>
                <a:latin typeface="+mj-lt"/>
              </a:defRPr>
            </a:lvl1pPr>
            <a:lvl2pPr marL="457200" indent="0">
              <a:buNone/>
              <a:defRPr sz="6600">
                <a:solidFill>
                  <a:schemeClr val="bg1"/>
                </a:solidFill>
                <a:latin typeface="+mj-lt"/>
              </a:defRPr>
            </a:lvl2pPr>
            <a:lvl3pPr marL="914400" indent="0">
              <a:buNone/>
              <a:defRPr sz="6600">
                <a:solidFill>
                  <a:schemeClr val="bg1"/>
                </a:solidFill>
                <a:latin typeface="+mj-lt"/>
              </a:defRPr>
            </a:lvl3pPr>
            <a:lvl4pPr marL="1371600" indent="0">
              <a:buNone/>
              <a:defRPr sz="6600">
                <a:solidFill>
                  <a:schemeClr val="bg1"/>
                </a:solidFill>
                <a:latin typeface="+mj-lt"/>
              </a:defRPr>
            </a:lvl4pPr>
            <a:lvl5pPr marL="1828800" indent="0">
              <a:buNone/>
              <a:defRPr sz="6600">
                <a:solidFill>
                  <a:schemeClr val="bg1"/>
                </a:solidFill>
                <a:latin typeface="+mj-lt"/>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lv-LV" dirty="0" err="1"/>
              <a:t>Secondary</a:t>
            </a:r>
            <a:r>
              <a:rPr lang="lv-LV" dirty="0"/>
              <a:t> </a:t>
            </a:r>
            <a:r>
              <a:rPr lang="lv-LV" dirty="0" err="1"/>
              <a:t>Headline</a:t>
            </a:r>
            <a:endParaRPr lang="en-GB" dirty="0"/>
          </a:p>
        </p:txBody>
      </p:sp>
      <p:cxnSp>
        <p:nvCxnSpPr>
          <p:cNvPr id="21" name="Straight Connector 20">
            <a:extLst>
              <a:ext uri="{FF2B5EF4-FFF2-40B4-BE49-F238E27FC236}">
                <a16:creationId xmlns:a16="http://schemas.microsoft.com/office/drawing/2014/main" id="{115D72FC-D29F-4310-9148-000DBF10C0CD}"/>
              </a:ext>
            </a:extLst>
          </p:cNvPr>
          <p:cNvCxnSpPr>
            <a:cxnSpLocks/>
          </p:cNvCxnSpPr>
          <p:nvPr userDrawn="1"/>
        </p:nvCxnSpPr>
        <p:spPr>
          <a:xfrm>
            <a:off x="1055041" y="2397091"/>
            <a:ext cx="0" cy="2164748"/>
          </a:xfrm>
          <a:prstGeom prst="line">
            <a:avLst/>
          </a:prstGeom>
          <a:ln w="66675">
            <a:solidFill>
              <a:srgbClr val="008A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652703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 and Text">
    <p:spTree>
      <p:nvGrpSpPr>
        <p:cNvPr id="1" name=""/>
        <p:cNvGrpSpPr/>
        <p:nvPr/>
      </p:nvGrpSpPr>
      <p:grpSpPr>
        <a:xfrm>
          <a:off x="0" y="0"/>
          <a:ext cx="0" cy="0"/>
          <a:chOff x="0" y="0"/>
          <a:chExt cx="0" cy="0"/>
        </a:xfrm>
      </p:grpSpPr>
      <p:sp>
        <p:nvSpPr>
          <p:cNvPr id="6" name="Table Placeholder 5">
            <a:extLst>
              <a:ext uri="{FF2B5EF4-FFF2-40B4-BE49-F238E27FC236}">
                <a16:creationId xmlns:a16="http://schemas.microsoft.com/office/drawing/2014/main" id="{C611538F-4579-4EEE-A0B4-E72029E07D53}"/>
              </a:ext>
            </a:extLst>
          </p:cNvPr>
          <p:cNvSpPr>
            <a:spLocks noGrp="1"/>
          </p:cNvSpPr>
          <p:nvPr>
            <p:ph type="tbl" sz="quarter" idx="10"/>
          </p:nvPr>
        </p:nvSpPr>
        <p:spPr>
          <a:xfrm>
            <a:off x="4663440" y="1076959"/>
            <a:ext cx="6858635" cy="4547235"/>
          </a:xfrm>
          <a:prstGeom prst="rect">
            <a:avLst/>
          </a:prstGeom>
        </p:spPr>
        <p:txBody>
          <a:bodyPr/>
          <a:lstStyle/>
          <a:p>
            <a:r>
              <a:rPr lang="en-US"/>
              <a:t>Click icon to add table</a:t>
            </a:r>
            <a:endParaRPr lang="en-GB"/>
          </a:p>
        </p:txBody>
      </p:sp>
      <p:sp>
        <p:nvSpPr>
          <p:cNvPr id="7" name="Text Placeholder 15">
            <a:extLst>
              <a:ext uri="{FF2B5EF4-FFF2-40B4-BE49-F238E27FC236}">
                <a16:creationId xmlns:a16="http://schemas.microsoft.com/office/drawing/2014/main" id="{FD775C90-EBEE-44B6-BF5D-C04CE2D95270}"/>
              </a:ext>
            </a:extLst>
          </p:cNvPr>
          <p:cNvSpPr>
            <a:spLocks noGrp="1"/>
          </p:cNvSpPr>
          <p:nvPr>
            <p:ph type="body" sz="quarter" idx="11" hasCustomPrompt="1"/>
          </p:nvPr>
        </p:nvSpPr>
        <p:spPr>
          <a:xfrm>
            <a:off x="490220" y="1097280"/>
            <a:ext cx="3583940" cy="1447165"/>
          </a:xfrm>
          <a:prstGeom prst="rect">
            <a:avLst/>
          </a:prstGeom>
        </p:spPr>
        <p:txBody>
          <a:bodyPr/>
          <a:lstStyle>
            <a:lvl1pPr marL="0" indent="0">
              <a:lnSpc>
                <a:spcPct val="80000"/>
              </a:lnSpc>
              <a:buNone/>
              <a:defRPr sz="4400" b="1">
                <a:solidFill>
                  <a:srgbClr val="3C454A"/>
                </a:solidFill>
                <a:latin typeface="+mj-lt"/>
              </a:defRPr>
            </a:lvl1pPr>
          </a:lstStyle>
          <a:p>
            <a:pPr lvl="0"/>
            <a:r>
              <a:rPr lang="lv-LV" dirty="0" err="1"/>
              <a:t>Headline</a:t>
            </a:r>
            <a:r>
              <a:rPr lang="lv-LV" dirty="0"/>
              <a:t> </a:t>
            </a:r>
            <a:r>
              <a:rPr lang="lv-LV" dirty="0" err="1"/>
              <a:t>example</a:t>
            </a:r>
            <a:endParaRPr lang="en-GB" dirty="0"/>
          </a:p>
        </p:txBody>
      </p:sp>
      <p:sp>
        <p:nvSpPr>
          <p:cNvPr id="8" name="Text Placeholder 17">
            <a:extLst>
              <a:ext uri="{FF2B5EF4-FFF2-40B4-BE49-F238E27FC236}">
                <a16:creationId xmlns:a16="http://schemas.microsoft.com/office/drawing/2014/main" id="{04E3CB35-119B-417B-A2B6-09B1716F5FB8}"/>
              </a:ext>
            </a:extLst>
          </p:cNvPr>
          <p:cNvSpPr>
            <a:spLocks noGrp="1"/>
          </p:cNvSpPr>
          <p:nvPr>
            <p:ph type="body" sz="quarter" idx="12"/>
          </p:nvPr>
        </p:nvSpPr>
        <p:spPr>
          <a:xfrm>
            <a:off x="490221" y="2880995"/>
            <a:ext cx="3583939" cy="2743200"/>
          </a:xfrm>
          <a:prstGeom prst="rect">
            <a:avLst/>
          </a:prstGeom>
        </p:spPr>
        <p:txBody>
          <a:bodyPr/>
          <a:lstStyle>
            <a:lvl1pPr marL="0" indent="0">
              <a:buClr>
                <a:srgbClr val="008A00"/>
              </a:buClr>
              <a:buSzPct val="125000"/>
              <a:buNone/>
              <a:defRPr sz="2000">
                <a:solidFill>
                  <a:srgbClr val="3C454A"/>
                </a:solidFill>
              </a:defRPr>
            </a:lvl1pPr>
            <a:lvl2pPr marL="457200" indent="0">
              <a:buClr>
                <a:srgbClr val="008A00"/>
              </a:buClr>
              <a:buSzPct val="125000"/>
              <a:buNone/>
              <a:defRPr sz="2000">
                <a:solidFill>
                  <a:srgbClr val="3C454A"/>
                </a:solidFill>
              </a:defRPr>
            </a:lvl2pPr>
            <a:lvl3pPr marL="914400" indent="0">
              <a:buClr>
                <a:srgbClr val="008A00"/>
              </a:buClr>
              <a:buSzPct val="125000"/>
              <a:buNone/>
              <a:defRPr sz="2000">
                <a:solidFill>
                  <a:srgbClr val="3C454A"/>
                </a:solidFill>
              </a:defRPr>
            </a:lvl3pPr>
            <a:lvl4pPr marL="1371600" indent="0">
              <a:buClr>
                <a:srgbClr val="008A00"/>
              </a:buClr>
              <a:buSzPct val="125000"/>
              <a:buNone/>
              <a:defRPr sz="2000">
                <a:solidFill>
                  <a:srgbClr val="3C454A"/>
                </a:solidFill>
              </a:defRPr>
            </a:lvl4pPr>
            <a:lvl5pPr marL="1828800" indent="0">
              <a:buClr>
                <a:srgbClr val="008A00"/>
              </a:buClr>
              <a:buSzPct val="125000"/>
              <a:buNone/>
              <a:defRPr sz="2000">
                <a:solidFill>
                  <a:srgbClr val="3C454A"/>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28690876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able Full Page">
    <p:spTree>
      <p:nvGrpSpPr>
        <p:cNvPr id="1" name=""/>
        <p:cNvGrpSpPr/>
        <p:nvPr/>
      </p:nvGrpSpPr>
      <p:grpSpPr>
        <a:xfrm>
          <a:off x="0" y="0"/>
          <a:ext cx="0" cy="0"/>
          <a:chOff x="0" y="0"/>
          <a:chExt cx="0" cy="0"/>
        </a:xfrm>
      </p:grpSpPr>
      <p:sp>
        <p:nvSpPr>
          <p:cNvPr id="7" name="Text Placeholder 4">
            <a:extLst>
              <a:ext uri="{FF2B5EF4-FFF2-40B4-BE49-F238E27FC236}">
                <a16:creationId xmlns:a16="http://schemas.microsoft.com/office/drawing/2014/main" id="{8A27ADE8-56C7-4DBD-80E8-1E7AD61D1926}"/>
              </a:ext>
            </a:extLst>
          </p:cNvPr>
          <p:cNvSpPr>
            <a:spLocks noGrp="1"/>
          </p:cNvSpPr>
          <p:nvPr>
            <p:ph type="body" sz="quarter" idx="10" hasCustomPrompt="1"/>
          </p:nvPr>
        </p:nvSpPr>
        <p:spPr>
          <a:xfrm>
            <a:off x="2857500" y="449581"/>
            <a:ext cx="6477000" cy="586739"/>
          </a:xfrm>
          <a:prstGeom prst="rect">
            <a:avLst/>
          </a:prstGeom>
        </p:spPr>
        <p:txBody>
          <a:bodyPr/>
          <a:lstStyle>
            <a:lvl1pPr marL="0" indent="0" algn="ctr">
              <a:buNone/>
              <a:defRPr sz="4400" b="1">
                <a:solidFill>
                  <a:srgbClr val="3C454A"/>
                </a:solidFill>
                <a:latin typeface="+mj-lt"/>
              </a:defRPr>
            </a:lvl1pPr>
            <a:lvl2pPr marL="457200" indent="0">
              <a:buNone/>
              <a:defRPr sz="6600">
                <a:solidFill>
                  <a:schemeClr val="bg1"/>
                </a:solidFill>
                <a:latin typeface="+mj-lt"/>
              </a:defRPr>
            </a:lvl2pPr>
            <a:lvl3pPr marL="914400" indent="0">
              <a:buNone/>
              <a:defRPr sz="6600">
                <a:solidFill>
                  <a:schemeClr val="bg1"/>
                </a:solidFill>
                <a:latin typeface="+mj-lt"/>
              </a:defRPr>
            </a:lvl3pPr>
            <a:lvl4pPr marL="1371600" indent="0">
              <a:buNone/>
              <a:defRPr sz="6600">
                <a:solidFill>
                  <a:schemeClr val="bg1"/>
                </a:solidFill>
                <a:latin typeface="+mj-lt"/>
              </a:defRPr>
            </a:lvl4pPr>
            <a:lvl5pPr marL="1828800" indent="0">
              <a:buNone/>
              <a:defRPr sz="6600">
                <a:solidFill>
                  <a:schemeClr val="bg1"/>
                </a:solidFill>
                <a:latin typeface="+mj-lt"/>
              </a:defRPr>
            </a:lvl5pPr>
          </a:lstStyle>
          <a:p>
            <a:pPr lvl="0"/>
            <a:r>
              <a:rPr lang="lv-LV" dirty="0" err="1"/>
              <a:t>Table</a:t>
            </a:r>
            <a:r>
              <a:rPr lang="lv-LV" dirty="0"/>
              <a:t> </a:t>
            </a:r>
            <a:r>
              <a:rPr lang="lv-LV" dirty="0" err="1"/>
              <a:t>Headline</a:t>
            </a:r>
            <a:endParaRPr lang="en-GB" dirty="0"/>
          </a:p>
        </p:txBody>
      </p:sp>
      <p:sp>
        <p:nvSpPr>
          <p:cNvPr id="3" name="Table Placeholder 2">
            <a:extLst>
              <a:ext uri="{FF2B5EF4-FFF2-40B4-BE49-F238E27FC236}">
                <a16:creationId xmlns:a16="http://schemas.microsoft.com/office/drawing/2014/main" id="{56F92DE6-031B-402F-BCD9-603AA400DBB7}"/>
              </a:ext>
            </a:extLst>
          </p:cNvPr>
          <p:cNvSpPr>
            <a:spLocks noGrp="1"/>
          </p:cNvSpPr>
          <p:nvPr>
            <p:ph type="tbl" sz="quarter" idx="12"/>
          </p:nvPr>
        </p:nvSpPr>
        <p:spPr>
          <a:xfrm>
            <a:off x="1046163" y="1482725"/>
            <a:ext cx="10109200" cy="4329113"/>
          </a:xfrm>
          <a:prstGeom prst="rect">
            <a:avLst/>
          </a:prstGeom>
        </p:spPr>
        <p:txBody>
          <a:bodyPr/>
          <a:lstStyle/>
          <a:p>
            <a:r>
              <a:rPr lang="en-US"/>
              <a:t>Click icon to add table</a:t>
            </a:r>
            <a:endParaRPr lang="en-GB"/>
          </a:p>
        </p:txBody>
      </p:sp>
    </p:spTree>
    <p:extLst>
      <p:ext uri="{BB962C8B-B14F-4D97-AF65-F5344CB8AC3E}">
        <p14:creationId xmlns:p14="http://schemas.microsoft.com/office/powerpoint/2010/main" val="34350309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hart Full Page">
    <p:spTree>
      <p:nvGrpSpPr>
        <p:cNvPr id="1" name=""/>
        <p:cNvGrpSpPr/>
        <p:nvPr/>
      </p:nvGrpSpPr>
      <p:grpSpPr>
        <a:xfrm>
          <a:off x="0" y="0"/>
          <a:ext cx="0" cy="0"/>
          <a:chOff x="0" y="0"/>
          <a:chExt cx="0" cy="0"/>
        </a:xfrm>
      </p:grpSpPr>
      <p:sp>
        <p:nvSpPr>
          <p:cNvPr id="7" name="Text Placeholder 4">
            <a:extLst>
              <a:ext uri="{FF2B5EF4-FFF2-40B4-BE49-F238E27FC236}">
                <a16:creationId xmlns:a16="http://schemas.microsoft.com/office/drawing/2014/main" id="{8A27ADE8-56C7-4DBD-80E8-1E7AD61D1926}"/>
              </a:ext>
            </a:extLst>
          </p:cNvPr>
          <p:cNvSpPr>
            <a:spLocks noGrp="1"/>
          </p:cNvSpPr>
          <p:nvPr>
            <p:ph type="body" sz="quarter" idx="10" hasCustomPrompt="1"/>
          </p:nvPr>
        </p:nvSpPr>
        <p:spPr>
          <a:xfrm>
            <a:off x="2857500" y="449581"/>
            <a:ext cx="6477000" cy="586739"/>
          </a:xfrm>
          <a:prstGeom prst="rect">
            <a:avLst/>
          </a:prstGeom>
        </p:spPr>
        <p:txBody>
          <a:bodyPr/>
          <a:lstStyle>
            <a:lvl1pPr marL="0" indent="0" algn="ctr">
              <a:buNone/>
              <a:defRPr sz="4400" b="1">
                <a:solidFill>
                  <a:srgbClr val="3C454A"/>
                </a:solidFill>
                <a:latin typeface="+mj-lt"/>
              </a:defRPr>
            </a:lvl1pPr>
            <a:lvl2pPr marL="457200" indent="0">
              <a:buNone/>
              <a:defRPr sz="6600">
                <a:solidFill>
                  <a:schemeClr val="bg1"/>
                </a:solidFill>
                <a:latin typeface="+mj-lt"/>
              </a:defRPr>
            </a:lvl2pPr>
            <a:lvl3pPr marL="914400" indent="0">
              <a:buNone/>
              <a:defRPr sz="6600">
                <a:solidFill>
                  <a:schemeClr val="bg1"/>
                </a:solidFill>
                <a:latin typeface="+mj-lt"/>
              </a:defRPr>
            </a:lvl3pPr>
            <a:lvl4pPr marL="1371600" indent="0">
              <a:buNone/>
              <a:defRPr sz="6600">
                <a:solidFill>
                  <a:schemeClr val="bg1"/>
                </a:solidFill>
                <a:latin typeface="+mj-lt"/>
              </a:defRPr>
            </a:lvl4pPr>
            <a:lvl5pPr marL="1828800" indent="0">
              <a:buNone/>
              <a:defRPr sz="6600">
                <a:solidFill>
                  <a:schemeClr val="bg1"/>
                </a:solidFill>
                <a:latin typeface="+mj-lt"/>
              </a:defRPr>
            </a:lvl5pPr>
          </a:lstStyle>
          <a:p>
            <a:pPr lvl="0"/>
            <a:r>
              <a:rPr lang="lv-LV" dirty="0" err="1"/>
              <a:t>Chart</a:t>
            </a:r>
            <a:r>
              <a:rPr lang="lv-LV" dirty="0"/>
              <a:t> </a:t>
            </a:r>
            <a:r>
              <a:rPr lang="lv-LV" dirty="0" err="1"/>
              <a:t>Headline</a:t>
            </a:r>
            <a:endParaRPr lang="en-GB" dirty="0"/>
          </a:p>
        </p:txBody>
      </p:sp>
      <p:sp>
        <p:nvSpPr>
          <p:cNvPr id="11" name="Chart Placeholder 10">
            <a:extLst>
              <a:ext uri="{FF2B5EF4-FFF2-40B4-BE49-F238E27FC236}">
                <a16:creationId xmlns:a16="http://schemas.microsoft.com/office/drawing/2014/main" id="{5703A60E-1703-4DEE-9ED4-BA8C0747C21A}"/>
              </a:ext>
            </a:extLst>
          </p:cNvPr>
          <p:cNvSpPr>
            <a:spLocks noGrp="1"/>
          </p:cNvSpPr>
          <p:nvPr>
            <p:ph type="chart" sz="quarter" idx="11"/>
          </p:nvPr>
        </p:nvSpPr>
        <p:spPr>
          <a:xfrm>
            <a:off x="1066800" y="1503681"/>
            <a:ext cx="10088563" cy="4307839"/>
          </a:xfrm>
          <a:prstGeom prst="rect">
            <a:avLst/>
          </a:prstGeom>
        </p:spPr>
        <p:txBody>
          <a:bodyPr/>
          <a:lstStyle/>
          <a:p>
            <a:r>
              <a:rPr lang="en-US"/>
              <a:t>Click icon to add chart</a:t>
            </a:r>
            <a:endParaRPr lang="en-GB"/>
          </a:p>
        </p:txBody>
      </p:sp>
    </p:spTree>
    <p:extLst>
      <p:ext uri="{BB962C8B-B14F-4D97-AF65-F5344CB8AC3E}">
        <p14:creationId xmlns:p14="http://schemas.microsoft.com/office/powerpoint/2010/main" val="27920790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hart and Text">
    <p:spTree>
      <p:nvGrpSpPr>
        <p:cNvPr id="1" name=""/>
        <p:cNvGrpSpPr/>
        <p:nvPr/>
      </p:nvGrpSpPr>
      <p:grpSpPr>
        <a:xfrm>
          <a:off x="0" y="0"/>
          <a:ext cx="0" cy="0"/>
          <a:chOff x="0" y="0"/>
          <a:chExt cx="0" cy="0"/>
        </a:xfrm>
      </p:grpSpPr>
      <p:sp>
        <p:nvSpPr>
          <p:cNvPr id="5" name="Text Placeholder 15">
            <a:extLst>
              <a:ext uri="{FF2B5EF4-FFF2-40B4-BE49-F238E27FC236}">
                <a16:creationId xmlns:a16="http://schemas.microsoft.com/office/drawing/2014/main" id="{ADA7DF76-6E6B-4080-AC6A-DACDF0131488}"/>
              </a:ext>
            </a:extLst>
          </p:cNvPr>
          <p:cNvSpPr>
            <a:spLocks noGrp="1"/>
          </p:cNvSpPr>
          <p:nvPr>
            <p:ph type="body" sz="quarter" idx="11" hasCustomPrompt="1"/>
          </p:nvPr>
        </p:nvSpPr>
        <p:spPr>
          <a:xfrm>
            <a:off x="469900" y="1087120"/>
            <a:ext cx="4173220" cy="1447165"/>
          </a:xfrm>
          <a:prstGeom prst="rect">
            <a:avLst/>
          </a:prstGeom>
        </p:spPr>
        <p:txBody>
          <a:bodyPr/>
          <a:lstStyle>
            <a:lvl1pPr marL="0" indent="0">
              <a:lnSpc>
                <a:spcPct val="80000"/>
              </a:lnSpc>
              <a:buNone/>
              <a:defRPr sz="4400" b="1">
                <a:solidFill>
                  <a:srgbClr val="3C454A"/>
                </a:solidFill>
                <a:latin typeface="+mj-lt"/>
              </a:defRPr>
            </a:lvl1pPr>
          </a:lstStyle>
          <a:p>
            <a:pPr lvl="0"/>
            <a:r>
              <a:rPr lang="lv-LV" dirty="0" err="1"/>
              <a:t>Headline</a:t>
            </a:r>
            <a:r>
              <a:rPr lang="lv-LV" dirty="0"/>
              <a:t> </a:t>
            </a:r>
            <a:r>
              <a:rPr lang="lv-LV" dirty="0" err="1"/>
              <a:t>example</a:t>
            </a:r>
            <a:endParaRPr lang="en-GB" dirty="0"/>
          </a:p>
        </p:txBody>
      </p:sp>
      <p:sp>
        <p:nvSpPr>
          <p:cNvPr id="6" name="Text Placeholder 17">
            <a:extLst>
              <a:ext uri="{FF2B5EF4-FFF2-40B4-BE49-F238E27FC236}">
                <a16:creationId xmlns:a16="http://schemas.microsoft.com/office/drawing/2014/main" id="{08B1AA6A-7BFD-4C8A-9D33-778E867BE541}"/>
              </a:ext>
            </a:extLst>
          </p:cNvPr>
          <p:cNvSpPr>
            <a:spLocks noGrp="1"/>
          </p:cNvSpPr>
          <p:nvPr>
            <p:ph type="body" sz="quarter" idx="13"/>
          </p:nvPr>
        </p:nvSpPr>
        <p:spPr>
          <a:xfrm>
            <a:off x="469901" y="2870835"/>
            <a:ext cx="4173219" cy="2743200"/>
          </a:xfrm>
          <a:prstGeom prst="rect">
            <a:avLst/>
          </a:prstGeom>
        </p:spPr>
        <p:txBody>
          <a:bodyPr/>
          <a:lstStyle>
            <a:lvl1pPr marL="0" indent="0">
              <a:buClr>
                <a:srgbClr val="008A00"/>
              </a:buClr>
              <a:buSzPct val="125000"/>
              <a:buNone/>
              <a:defRPr sz="2000">
                <a:solidFill>
                  <a:srgbClr val="3C454A"/>
                </a:solidFill>
              </a:defRPr>
            </a:lvl1pPr>
            <a:lvl2pPr marL="457200" indent="0">
              <a:buClr>
                <a:srgbClr val="008A00"/>
              </a:buClr>
              <a:buSzPct val="125000"/>
              <a:buNone/>
              <a:defRPr sz="2000">
                <a:solidFill>
                  <a:srgbClr val="3C454A"/>
                </a:solidFill>
              </a:defRPr>
            </a:lvl2pPr>
            <a:lvl3pPr marL="914400" indent="0">
              <a:buClr>
                <a:srgbClr val="008A00"/>
              </a:buClr>
              <a:buSzPct val="125000"/>
              <a:buNone/>
              <a:defRPr sz="2000">
                <a:solidFill>
                  <a:srgbClr val="3C454A"/>
                </a:solidFill>
              </a:defRPr>
            </a:lvl3pPr>
            <a:lvl4pPr marL="1371600" indent="0">
              <a:buClr>
                <a:srgbClr val="008A00"/>
              </a:buClr>
              <a:buSzPct val="125000"/>
              <a:buNone/>
              <a:defRPr sz="2000">
                <a:solidFill>
                  <a:srgbClr val="3C454A"/>
                </a:solidFill>
              </a:defRPr>
            </a:lvl4pPr>
            <a:lvl5pPr marL="1828800" indent="0">
              <a:buClr>
                <a:srgbClr val="008A00"/>
              </a:buClr>
              <a:buSzPct val="125000"/>
              <a:buNone/>
              <a:defRPr sz="2000">
                <a:solidFill>
                  <a:srgbClr val="3C454A"/>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 name="Chart Placeholder 2">
            <a:extLst>
              <a:ext uri="{FF2B5EF4-FFF2-40B4-BE49-F238E27FC236}">
                <a16:creationId xmlns:a16="http://schemas.microsoft.com/office/drawing/2014/main" id="{6A51F8F8-085B-4815-AE1C-FC0E90A6FC64}"/>
              </a:ext>
            </a:extLst>
          </p:cNvPr>
          <p:cNvSpPr>
            <a:spLocks noGrp="1"/>
          </p:cNvSpPr>
          <p:nvPr>
            <p:ph type="chart" sz="quarter" idx="14"/>
          </p:nvPr>
        </p:nvSpPr>
        <p:spPr>
          <a:xfrm>
            <a:off x="5364163" y="568325"/>
            <a:ext cx="6492875" cy="5253038"/>
          </a:xfrm>
          <a:prstGeom prst="rect">
            <a:avLst/>
          </a:prstGeom>
        </p:spPr>
        <p:txBody>
          <a:bodyPr/>
          <a:lstStyle/>
          <a:p>
            <a:r>
              <a:rPr lang="en-US" dirty="0"/>
              <a:t>Click icon to add chart</a:t>
            </a:r>
            <a:endParaRPr lang="en-GB" dirty="0"/>
          </a:p>
        </p:txBody>
      </p:sp>
    </p:spTree>
    <p:extLst>
      <p:ext uri="{BB962C8B-B14F-4D97-AF65-F5344CB8AC3E}">
        <p14:creationId xmlns:p14="http://schemas.microsoft.com/office/powerpoint/2010/main" val="38927281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martArt Full Page">
    <p:spTree>
      <p:nvGrpSpPr>
        <p:cNvPr id="1" name=""/>
        <p:cNvGrpSpPr/>
        <p:nvPr/>
      </p:nvGrpSpPr>
      <p:grpSpPr>
        <a:xfrm>
          <a:off x="0" y="0"/>
          <a:ext cx="0" cy="0"/>
          <a:chOff x="0" y="0"/>
          <a:chExt cx="0" cy="0"/>
        </a:xfrm>
      </p:grpSpPr>
      <p:sp>
        <p:nvSpPr>
          <p:cNvPr id="7" name="Text Placeholder 4">
            <a:extLst>
              <a:ext uri="{FF2B5EF4-FFF2-40B4-BE49-F238E27FC236}">
                <a16:creationId xmlns:a16="http://schemas.microsoft.com/office/drawing/2014/main" id="{8A27ADE8-56C7-4DBD-80E8-1E7AD61D1926}"/>
              </a:ext>
            </a:extLst>
          </p:cNvPr>
          <p:cNvSpPr>
            <a:spLocks noGrp="1"/>
          </p:cNvSpPr>
          <p:nvPr>
            <p:ph type="body" sz="quarter" idx="10" hasCustomPrompt="1"/>
          </p:nvPr>
        </p:nvSpPr>
        <p:spPr>
          <a:xfrm>
            <a:off x="2857500" y="449581"/>
            <a:ext cx="6477000" cy="586739"/>
          </a:xfrm>
          <a:prstGeom prst="rect">
            <a:avLst/>
          </a:prstGeom>
        </p:spPr>
        <p:txBody>
          <a:bodyPr/>
          <a:lstStyle>
            <a:lvl1pPr marL="0" indent="0" algn="ctr">
              <a:buNone/>
              <a:defRPr sz="4400" b="1">
                <a:solidFill>
                  <a:srgbClr val="3C454A"/>
                </a:solidFill>
                <a:latin typeface="+mj-lt"/>
              </a:defRPr>
            </a:lvl1pPr>
            <a:lvl2pPr marL="457200" indent="0">
              <a:buNone/>
              <a:defRPr sz="6600">
                <a:solidFill>
                  <a:schemeClr val="bg1"/>
                </a:solidFill>
                <a:latin typeface="+mj-lt"/>
              </a:defRPr>
            </a:lvl2pPr>
            <a:lvl3pPr marL="914400" indent="0">
              <a:buNone/>
              <a:defRPr sz="6600">
                <a:solidFill>
                  <a:schemeClr val="bg1"/>
                </a:solidFill>
                <a:latin typeface="+mj-lt"/>
              </a:defRPr>
            </a:lvl3pPr>
            <a:lvl4pPr marL="1371600" indent="0">
              <a:buNone/>
              <a:defRPr sz="6600">
                <a:solidFill>
                  <a:schemeClr val="bg1"/>
                </a:solidFill>
                <a:latin typeface="+mj-lt"/>
              </a:defRPr>
            </a:lvl4pPr>
            <a:lvl5pPr marL="1828800" indent="0">
              <a:buNone/>
              <a:defRPr sz="6600">
                <a:solidFill>
                  <a:schemeClr val="bg1"/>
                </a:solidFill>
                <a:latin typeface="+mj-lt"/>
              </a:defRPr>
            </a:lvl5pPr>
          </a:lstStyle>
          <a:p>
            <a:pPr lvl="0"/>
            <a:r>
              <a:rPr lang="lv-LV" dirty="0" err="1"/>
              <a:t>SmartArt</a:t>
            </a:r>
            <a:r>
              <a:rPr lang="lv-LV" dirty="0"/>
              <a:t> </a:t>
            </a:r>
            <a:r>
              <a:rPr lang="lv-LV" dirty="0" err="1"/>
              <a:t>Headline</a:t>
            </a:r>
            <a:endParaRPr lang="en-GB" dirty="0"/>
          </a:p>
        </p:txBody>
      </p:sp>
      <p:sp>
        <p:nvSpPr>
          <p:cNvPr id="3" name="SmartArt Placeholder 2">
            <a:extLst>
              <a:ext uri="{FF2B5EF4-FFF2-40B4-BE49-F238E27FC236}">
                <a16:creationId xmlns:a16="http://schemas.microsoft.com/office/drawing/2014/main" id="{909E4099-2B55-40B9-AAFB-2A004AF31A7F}"/>
              </a:ext>
            </a:extLst>
          </p:cNvPr>
          <p:cNvSpPr>
            <a:spLocks noGrp="1"/>
          </p:cNvSpPr>
          <p:nvPr>
            <p:ph type="dgm" sz="quarter" idx="12"/>
          </p:nvPr>
        </p:nvSpPr>
        <p:spPr>
          <a:xfrm>
            <a:off x="1057275" y="1402080"/>
            <a:ext cx="10109200" cy="4419283"/>
          </a:xfrm>
          <a:prstGeom prst="rect">
            <a:avLst/>
          </a:prstGeom>
        </p:spPr>
        <p:txBody>
          <a:bodyPr/>
          <a:lstStyle/>
          <a:p>
            <a:r>
              <a:rPr lang="en-US"/>
              <a:t>Click icon to add SmartArt graphic</a:t>
            </a:r>
            <a:endParaRPr lang="en-GB"/>
          </a:p>
        </p:txBody>
      </p:sp>
    </p:spTree>
    <p:extLst>
      <p:ext uri="{BB962C8B-B14F-4D97-AF65-F5344CB8AC3E}">
        <p14:creationId xmlns:p14="http://schemas.microsoft.com/office/powerpoint/2010/main" val="35176040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martArt and Text">
    <p:spTree>
      <p:nvGrpSpPr>
        <p:cNvPr id="1" name=""/>
        <p:cNvGrpSpPr/>
        <p:nvPr/>
      </p:nvGrpSpPr>
      <p:grpSpPr>
        <a:xfrm>
          <a:off x="0" y="0"/>
          <a:ext cx="0" cy="0"/>
          <a:chOff x="0" y="0"/>
          <a:chExt cx="0" cy="0"/>
        </a:xfrm>
      </p:grpSpPr>
      <p:sp>
        <p:nvSpPr>
          <p:cNvPr id="3" name="SmartArt Placeholder 2">
            <a:extLst>
              <a:ext uri="{FF2B5EF4-FFF2-40B4-BE49-F238E27FC236}">
                <a16:creationId xmlns:a16="http://schemas.microsoft.com/office/drawing/2014/main" id="{909E4099-2B55-40B9-AAFB-2A004AF31A7F}"/>
              </a:ext>
            </a:extLst>
          </p:cNvPr>
          <p:cNvSpPr>
            <a:spLocks noGrp="1"/>
          </p:cNvSpPr>
          <p:nvPr>
            <p:ph type="dgm" sz="quarter" idx="12"/>
          </p:nvPr>
        </p:nvSpPr>
        <p:spPr>
          <a:xfrm>
            <a:off x="5364479" y="568960"/>
            <a:ext cx="6492241" cy="5252403"/>
          </a:xfrm>
          <a:prstGeom prst="rect">
            <a:avLst/>
          </a:prstGeom>
        </p:spPr>
        <p:txBody>
          <a:bodyPr/>
          <a:lstStyle/>
          <a:p>
            <a:r>
              <a:rPr lang="en-US"/>
              <a:t>Click icon to add SmartArt graphic</a:t>
            </a:r>
            <a:endParaRPr lang="en-GB"/>
          </a:p>
        </p:txBody>
      </p:sp>
      <p:sp>
        <p:nvSpPr>
          <p:cNvPr id="4" name="Text Placeholder 15">
            <a:extLst>
              <a:ext uri="{FF2B5EF4-FFF2-40B4-BE49-F238E27FC236}">
                <a16:creationId xmlns:a16="http://schemas.microsoft.com/office/drawing/2014/main" id="{2592CE03-D092-4387-AA30-4391C9C6647A}"/>
              </a:ext>
            </a:extLst>
          </p:cNvPr>
          <p:cNvSpPr>
            <a:spLocks noGrp="1"/>
          </p:cNvSpPr>
          <p:nvPr>
            <p:ph type="body" sz="quarter" idx="11" hasCustomPrompt="1"/>
          </p:nvPr>
        </p:nvSpPr>
        <p:spPr>
          <a:xfrm>
            <a:off x="469900" y="1087120"/>
            <a:ext cx="4173220" cy="1447165"/>
          </a:xfrm>
          <a:prstGeom prst="rect">
            <a:avLst/>
          </a:prstGeom>
        </p:spPr>
        <p:txBody>
          <a:bodyPr/>
          <a:lstStyle>
            <a:lvl1pPr marL="0" indent="0">
              <a:lnSpc>
                <a:spcPct val="80000"/>
              </a:lnSpc>
              <a:buNone/>
              <a:defRPr sz="4400" b="1">
                <a:solidFill>
                  <a:srgbClr val="3C454A"/>
                </a:solidFill>
                <a:latin typeface="+mj-lt"/>
              </a:defRPr>
            </a:lvl1pPr>
          </a:lstStyle>
          <a:p>
            <a:pPr lvl="0"/>
            <a:r>
              <a:rPr lang="lv-LV" dirty="0" err="1"/>
              <a:t>Headline</a:t>
            </a:r>
            <a:r>
              <a:rPr lang="lv-LV" dirty="0"/>
              <a:t> </a:t>
            </a:r>
            <a:r>
              <a:rPr lang="lv-LV" dirty="0" err="1"/>
              <a:t>example</a:t>
            </a:r>
            <a:endParaRPr lang="en-GB" dirty="0"/>
          </a:p>
        </p:txBody>
      </p:sp>
      <p:sp>
        <p:nvSpPr>
          <p:cNvPr id="5" name="Text Placeholder 17">
            <a:extLst>
              <a:ext uri="{FF2B5EF4-FFF2-40B4-BE49-F238E27FC236}">
                <a16:creationId xmlns:a16="http://schemas.microsoft.com/office/drawing/2014/main" id="{8AD09CD5-111B-47CF-ADF4-F757B98D0C29}"/>
              </a:ext>
            </a:extLst>
          </p:cNvPr>
          <p:cNvSpPr>
            <a:spLocks noGrp="1"/>
          </p:cNvSpPr>
          <p:nvPr>
            <p:ph type="body" sz="quarter" idx="13"/>
          </p:nvPr>
        </p:nvSpPr>
        <p:spPr>
          <a:xfrm>
            <a:off x="469901" y="2870835"/>
            <a:ext cx="4173219" cy="2743200"/>
          </a:xfrm>
          <a:prstGeom prst="rect">
            <a:avLst/>
          </a:prstGeom>
        </p:spPr>
        <p:txBody>
          <a:bodyPr/>
          <a:lstStyle>
            <a:lvl1pPr marL="0" indent="0">
              <a:buClr>
                <a:srgbClr val="008A00"/>
              </a:buClr>
              <a:buSzPct val="125000"/>
              <a:buNone/>
              <a:defRPr sz="2000">
                <a:solidFill>
                  <a:srgbClr val="3C454A"/>
                </a:solidFill>
              </a:defRPr>
            </a:lvl1pPr>
            <a:lvl2pPr marL="457200" indent="0">
              <a:buClr>
                <a:srgbClr val="008A00"/>
              </a:buClr>
              <a:buSzPct val="125000"/>
              <a:buNone/>
              <a:defRPr sz="2000">
                <a:solidFill>
                  <a:srgbClr val="3C454A"/>
                </a:solidFill>
              </a:defRPr>
            </a:lvl2pPr>
            <a:lvl3pPr marL="914400" indent="0">
              <a:buClr>
                <a:srgbClr val="008A00"/>
              </a:buClr>
              <a:buSzPct val="125000"/>
              <a:buNone/>
              <a:defRPr sz="2000">
                <a:solidFill>
                  <a:srgbClr val="3C454A"/>
                </a:solidFill>
              </a:defRPr>
            </a:lvl3pPr>
            <a:lvl4pPr marL="1371600" indent="0">
              <a:buClr>
                <a:srgbClr val="008A00"/>
              </a:buClr>
              <a:buSzPct val="125000"/>
              <a:buNone/>
              <a:defRPr sz="2000">
                <a:solidFill>
                  <a:srgbClr val="3C454A"/>
                </a:solidFill>
              </a:defRPr>
            </a:lvl4pPr>
            <a:lvl5pPr marL="1828800" indent="0">
              <a:buClr>
                <a:srgbClr val="008A00"/>
              </a:buClr>
              <a:buSzPct val="125000"/>
              <a:buNone/>
              <a:defRPr sz="2000">
                <a:solidFill>
                  <a:srgbClr val="3C454A"/>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19839821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046253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Title/Transition Slide">
    <p:bg>
      <p:bgPr>
        <a:solidFill>
          <a:schemeClr val="bg1"/>
        </a:solidFill>
        <a:effectLst/>
      </p:bgPr>
    </p:bg>
    <p:spTree>
      <p:nvGrpSpPr>
        <p:cNvPr id="1" name=""/>
        <p:cNvGrpSpPr/>
        <p:nvPr/>
      </p:nvGrpSpPr>
      <p:grpSpPr>
        <a:xfrm>
          <a:off x="0" y="0"/>
          <a:ext cx="0" cy="0"/>
          <a:chOff x="0" y="0"/>
          <a:chExt cx="0" cy="0"/>
        </a:xfrm>
      </p:grpSpPr>
      <p:sp>
        <p:nvSpPr>
          <p:cNvPr id="6" name="Picture Placeholder 13">
            <a:extLst>
              <a:ext uri="{FF2B5EF4-FFF2-40B4-BE49-F238E27FC236}">
                <a16:creationId xmlns:a16="http://schemas.microsoft.com/office/drawing/2014/main" id="{AA799921-071D-C68B-9666-962F5F981F25}"/>
              </a:ext>
            </a:extLst>
          </p:cNvPr>
          <p:cNvSpPr>
            <a:spLocks noGrp="1"/>
          </p:cNvSpPr>
          <p:nvPr>
            <p:ph type="pic" sz="quarter" idx="12"/>
          </p:nvPr>
        </p:nvSpPr>
        <p:spPr>
          <a:xfrm>
            <a:off x="6096000" y="0"/>
            <a:ext cx="6096000" cy="6858000"/>
          </a:xfrm>
          <a:prstGeom prst="rect">
            <a:avLst/>
          </a:prstGeom>
        </p:spPr>
        <p:txBody>
          <a:bodyPr/>
          <a:lstStyle/>
          <a:p>
            <a:r>
              <a:rPr lang="en-GB"/>
              <a:t>Click icon to add picture</a:t>
            </a:r>
            <a:endParaRPr lang="en-GB" dirty="0"/>
          </a:p>
        </p:txBody>
      </p:sp>
      <p:sp>
        <p:nvSpPr>
          <p:cNvPr id="14" name="Text Placeholder 15">
            <a:extLst>
              <a:ext uri="{FF2B5EF4-FFF2-40B4-BE49-F238E27FC236}">
                <a16:creationId xmlns:a16="http://schemas.microsoft.com/office/drawing/2014/main" id="{49A179FD-90CC-5CC4-9251-91E675564195}"/>
              </a:ext>
            </a:extLst>
          </p:cNvPr>
          <p:cNvSpPr>
            <a:spLocks noGrp="1"/>
          </p:cNvSpPr>
          <p:nvPr>
            <p:ph type="body" sz="quarter" idx="14" hasCustomPrompt="1"/>
          </p:nvPr>
        </p:nvSpPr>
        <p:spPr>
          <a:xfrm>
            <a:off x="528053" y="6216625"/>
            <a:ext cx="5039894" cy="295871"/>
          </a:xfrm>
          <a:prstGeom prst="rect">
            <a:avLst/>
          </a:prstGeom>
        </p:spPr>
        <p:txBody>
          <a:bodyPr/>
          <a:lstStyle>
            <a:lvl1pPr marL="0" indent="0">
              <a:lnSpc>
                <a:spcPct val="80000"/>
              </a:lnSpc>
              <a:buNone/>
              <a:defRPr sz="1600" b="0">
                <a:solidFill>
                  <a:schemeClr val="bg2"/>
                </a:solidFill>
                <a:latin typeface="+mj-lt"/>
              </a:defRPr>
            </a:lvl1pPr>
          </a:lstStyle>
          <a:p>
            <a:pPr lvl="0"/>
            <a:r>
              <a:rPr lang="lv-LV" dirty="0" err="1"/>
              <a:t>Year</a:t>
            </a:r>
            <a:endParaRPr lang="en-GB" dirty="0"/>
          </a:p>
        </p:txBody>
      </p:sp>
      <p:sp>
        <p:nvSpPr>
          <p:cNvPr id="13" name="Text Placeholder 15">
            <a:extLst>
              <a:ext uri="{FF2B5EF4-FFF2-40B4-BE49-F238E27FC236}">
                <a16:creationId xmlns:a16="http://schemas.microsoft.com/office/drawing/2014/main" id="{568DD51D-5EF9-EBAD-246F-03F29ABAB0F6}"/>
              </a:ext>
            </a:extLst>
          </p:cNvPr>
          <p:cNvSpPr>
            <a:spLocks noGrp="1"/>
          </p:cNvSpPr>
          <p:nvPr>
            <p:ph type="body" sz="quarter" idx="13" hasCustomPrompt="1"/>
          </p:nvPr>
        </p:nvSpPr>
        <p:spPr>
          <a:xfrm>
            <a:off x="528053" y="4072148"/>
            <a:ext cx="5039894" cy="801188"/>
          </a:xfrm>
          <a:prstGeom prst="rect">
            <a:avLst/>
          </a:prstGeom>
        </p:spPr>
        <p:txBody>
          <a:bodyPr/>
          <a:lstStyle>
            <a:lvl1pPr marL="0" indent="0">
              <a:lnSpc>
                <a:spcPct val="80000"/>
              </a:lnSpc>
              <a:buNone/>
              <a:defRPr sz="2400" b="0">
                <a:solidFill>
                  <a:schemeClr val="tx1">
                    <a:lumMod val="90000"/>
                    <a:lumOff val="10000"/>
                  </a:schemeClr>
                </a:solidFill>
                <a:latin typeface="+mj-lt"/>
              </a:defRPr>
            </a:lvl1pPr>
          </a:lstStyle>
          <a:p>
            <a:pPr lvl="0"/>
            <a:r>
              <a:rPr lang="lv-LV" dirty="0" err="1"/>
              <a:t>Secondary</a:t>
            </a:r>
            <a:r>
              <a:rPr lang="lv-LV" dirty="0"/>
              <a:t> </a:t>
            </a:r>
            <a:r>
              <a:rPr lang="lv-LV" dirty="0" err="1"/>
              <a:t>information</a:t>
            </a:r>
            <a:endParaRPr lang="en-GB" dirty="0"/>
          </a:p>
        </p:txBody>
      </p:sp>
      <p:cxnSp>
        <p:nvCxnSpPr>
          <p:cNvPr id="4" name="Straight Connector 3">
            <a:extLst>
              <a:ext uri="{FF2B5EF4-FFF2-40B4-BE49-F238E27FC236}">
                <a16:creationId xmlns:a16="http://schemas.microsoft.com/office/drawing/2014/main" id="{BDB843CE-F90A-B5A9-5677-317B8B9D3C22}"/>
              </a:ext>
            </a:extLst>
          </p:cNvPr>
          <p:cNvCxnSpPr>
            <a:cxnSpLocks/>
          </p:cNvCxnSpPr>
          <p:nvPr userDrawn="1"/>
        </p:nvCxnSpPr>
        <p:spPr>
          <a:xfrm>
            <a:off x="0" y="-23052"/>
            <a:ext cx="0" cy="6892578"/>
          </a:xfrm>
          <a:prstGeom prst="line">
            <a:avLst/>
          </a:prstGeom>
          <a:ln w="66675">
            <a:solidFill>
              <a:srgbClr val="008A00"/>
            </a:solidFill>
          </a:ln>
        </p:spPr>
        <p:style>
          <a:lnRef idx="1">
            <a:schemeClr val="accent1"/>
          </a:lnRef>
          <a:fillRef idx="0">
            <a:schemeClr val="accent1"/>
          </a:fillRef>
          <a:effectRef idx="0">
            <a:schemeClr val="accent1"/>
          </a:effectRef>
          <a:fontRef idx="minor">
            <a:schemeClr val="tx1"/>
          </a:fontRef>
        </p:style>
      </p:cxnSp>
      <p:sp>
        <p:nvSpPr>
          <p:cNvPr id="8" name="Text Placeholder 15">
            <a:extLst>
              <a:ext uri="{FF2B5EF4-FFF2-40B4-BE49-F238E27FC236}">
                <a16:creationId xmlns:a16="http://schemas.microsoft.com/office/drawing/2014/main" id="{373554C0-C536-0222-71C6-67DD35F4C337}"/>
              </a:ext>
            </a:extLst>
          </p:cNvPr>
          <p:cNvSpPr>
            <a:spLocks noGrp="1"/>
          </p:cNvSpPr>
          <p:nvPr>
            <p:ph type="body" sz="quarter" idx="11" hasCustomPrompt="1"/>
          </p:nvPr>
        </p:nvSpPr>
        <p:spPr>
          <a:xfrm>
            <a:off x="528053" y="2741152"/>
            <a:ext cx="5039894" cy="801188"/>
          </a:xfrm>
          <a:prstGeom prst="rect">
            <a:avLst/>
          </a:prstGeom>
        </p:spPr>
        <p:txBody>
          <a:bodyPr/>
          <a:lstStyle>
            <a:lvl1pPr marL="0" indent="0">
              <a:lnSpc>
                <a:spcPct val="80000"/>
              </a:lnSpc>
              <a:buNone/>
              <a:defRPr sz="4400" b="1">
                <a:solidFill>
                  <a:schemeClr val="tx1">
                    <a:lumMod val="90000"/>
                    <a:lumOff val="10000"/>
                  </a:schemeClr>
                </a:solidFill>
                <a:latin typeface="+mj-lt"/>
              </a:defRPr>
            </a:lvl1pPr>
          </a:lstStyle>
          <a:p>
            <a:pPr lvl="0"/>
            <a:r>
              <a:rPr lang="lv-LV" dirty="0" err="1"/>
              <a:t>Document</a:t>
            </a:r>
            <a:r>
              <a:rPr lang="lv-LV" dirty="0"/>
              <a:t> </a:t>
            </a:r>
            <a:r>
              <a:rPr lang="lv-LV" dirty="0" err="1"/>
              <a:t>title</a:t>
            </a:r>
            <a:endParaRPr lang="en-GB" dirty="0"/>
          </a:p>
        </p:txBody>
      </p:sp>
      <p:pic>
        <p:nvPicPr>
          <p:cNvPr id="7" name="Picture 6">
            <a:extLst>
              <a:ext uri="{FF2B5EF4-FFF2-40B4-BE49-F238E27FC236}">
                <a16:creationId xmlns:a16="http://schemas.microsoft.com/office/drawing/2014/main" id="{E59AD228-DCB1-CC4A-4D8F-E3C666D66910}"/>
              </a:ext>
            </a:extLst>
          </p:cNvPr>
          <p:cNvPicPr>
            <a:picLocks noChangeAspect="1"/>
          </p:cNvPicPr>
          <p:nvPr userDrawn="1"/>
        </p:nvPicPr>
        <p:blipFill>
          <a:blip r:embed="rId2">
            <a:biLevel thresh="25000"/>
            <a:extLst>
              <a:ext uri="{28A0092B-C50C-407E-A947-70E740481C1C}">
                <a14:useLocalDpi xmlns:a14="http://schemas.microsoft.com/office/drawing/2010/main" val="0"/>
              </a:ext>
            </a:extLst>
          </a:blip>
          <a:stretch>
            <a:fillRect/>
          </a:stretch>
        </p:blipFill>
        <p:spPr>
          <a:xfrm>
            <a:off x="10488706" y="6172534"/>
            <a:ext cx="1303189" cy="339962"/>
          </a:xfrm>
          <a:prstGeom prst="rect">
            <a:avLst/>
          </a:prstGeom>
        </p:spPr>
      </p:pic>
    </p:spTree>
    <p:extLst>
      <p:ext uri="{BB962C8B-B14F-4D97-AF65-F5344CB8AC3E}">
        <p14:creationId xmlns:p14="http://schemas.microsoft.com/office/powerpoint/2010/main" val="32880440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userDrawn="1">
  <p:cSld name="1_Haedline + free space">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60F0E2F8-FC76-4706-A200-AE65B8B346ED}"/>
              </a:ext>
            </a:extLst>
          </p:cNvPr>
          <p:cNvSpPr>
            <a:spLocks noGrp="1"/>
          </p:cNvSpPr>
          <p:nvPr>
            <p:ph type="body" sz="quarter" idx="11" hasCustomPrompt="1"/>
          </p:nvPr>
        </p:nvSpPr>
        <p:spPr>
          <a:xfrm>
            <a:off x="713407" y="848553"/>
            <a:ext cx="10827803" cy="1447165"/>
          </a:xfrm>
          <a:prstGeom prst="rect">
            <a:avLst/>
          </a:prstGeom>
        </p:spPr>
        <p:txBody>
          <a:bodyPr/>
          <a:lstStyle>
            <a:lvl1pPr marL="0" indent="0" algn="ctr">
              <a:lnSpc>
                <a:spcPct val="80000"/>
              </a:lnSpc>
              <a:buNone/>
              <a:defRPr sz="4000" b="1">
                <a:solidFill>
                  <a:schemeClr val="tx1">
                    <a:lumMod val="90000"/>
                    <a:lumOff val="10000"/>
                  </a:schemeClr>
                </a:solidFill>
                <a:latin typeface="+mj-lt"/>
              </a:defRPr>
            </a:lvl1pPr>
          </a:lstStyle>
          <a:p>
            <a:pPr lvl="0"/>
            <a:r>
              <a:rPr lang="lv-LV" dirty="0" err="1"/>
              <a:t>Headline</a:t>
            </a:r>
            <a:r>
              <a:rPr lang="lv-LV" dirty="0"/>
              <a:t> </a:t>
            </a:r>
            <a:r>
              <a:rPr lang="lv-LV" dirty="0" err="1"/>
              <a:t>example</a:t>
            </a:r>
            <a:endParaRPr lang="en-GB" dirty="0"/>
          </a:p>
        </p:txBody>
      </p:sp>
      <p:cxnSp>
        <p:nvCxnSpPr>
          <p:cNvPr id="2" name="Straight Connector 1">
            <a:extLst>
              <a:ext uri="{FF2B5EF4-FFF2-40B4-BE49-F238E27FC236}">
                <a16:creationId xmlns:a16="http://schemas.microsoft.com/office/drawing/2014/main" id="{45986FE7-D886-60A9-B920-38178AA2353F}"/>
              </a:ext>
            </a:extLst>
          </p:cNvPr>
          <p:cNvCxnSpPr>
            <a:cxnSpLocks/>
          </p:cNvCxnSpPr>
          <p:nvPr userDrawn="1"/>
        </p:nvCxnSpPr>
        <p:spPr>
          <a:xfrm>
            <a:off x="0" y="-23052"/>
            <a:ext cx="0" cy="6892578"/>
          </a:xfrm>
          <a:prstGeom prst="line">
            <a:avLst/>
          </a:prstGeom>
          <a:ln w="66675">
            <a:solidFill>
              <a:srgbClr val="008A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690339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userDrawn="1">
  <p:cSld name="1-Picture on Right + Body text">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84047F10-05B1-4497-B327-8EA2C005AA85}"/>
              </a:ext>
            </a:extLst>
          </p:cNvPr>
          <p:cNvSpPr>
            <a:spLocks noGrp="1"/>
          </p:cNvSpPr>
          <p:nvPr>
            <p:ph type="pic" sz="quarter" idx="10"/>
          </p:nvPr>
        </p:nvSpPr>
        <p:spPr>
          <a:xfrm>
            <a:off x="7627938" y="0"/>
            <a:ext cx="4564062" cy="6858000"/>
          </a:xfrm>
          <a:prstGeom prst="rect">
            <a:avLst/>
          </a:prstGeom>
          <a:noFill/>
        </p:spPr>
        <p:txBody>
          <a:bodyPr/>
          <a:lstStyle/>
          <a:p>
            <a:r>
              <a:rPr lang="en-GB"/>
              <a:t>Click icon to add picture</a:t>
            </a:r>
            <a:endParaRPr lang="en-GB" dirty="0"/>
          </a:p>
        </p:txBody>
      </p:sp>
      <p:sp>
        <p:nvSpPr>
          <p:cNvPr id="16" name="Text Placeholder 15">
            <a:extLst>
              <a:ext uri="{FF2B5EF4-FFF2-40B4-BE49-F238E27FC236}">
                <a16:creationId xmlns:a16="http://schemas.microsoft.com/office/drawing/2014/main" id="{60F0E2F8-FC76-4706-A200-AE65B8B346ED}"/>
              </a:ext>
            </a:extLst>
          </p:cNvPr>
          <p:cNvSpPr>
            <a:spLocks noGrp="1"/>
          </p:cNvSpPr>
          <p:nvPr>
            <p:ph type="body" sz="quarter" idx="11" hasCustomPrompt="1"/>
          </p:nvPr>
        </p:nvSpPr>
        <p:spPr>
          <a:xfrm>
            <a:off x="528053" y="1280160"/>
            <a:ext cx="5791200" cy="1447165"/>
          </a:xfrm>
          <a:prstGeom prst="rect">
            <a:avLst/>
          </a:prstGeom>
        </p:spPr>
        <p:txBody>
          <a:bodyPr/>
          <a:lstStyle>
            <a:lvl1pPr marL="0" indent="0">
              <a:lnSpc>
                <a:spcPct val="80000"/>
              </a:lnSpc>
              <a:buNone/>
              <a:defRPr sz="4400" b="1">
                <a:solidFill>
                  <a:schemeClr val="tx1">
                    <a:lumMod val="90000"/>
                    <a:lumOff val="10000"/>
                  </a:schemeClr>
                </a:solidFill>
                <a:latin typeface="+mj-lt"/>
              </a:defRPr>
            </a:lvl1pPr>
          </a:lstStyle>
          <a:p>
            <a:pPr lvl="0"/>
            <a:r>
              <a:rPr lang="lv-LV" dirty="0" err="1"/>
              <a:t>Headline</a:t>
            </a:r>
            <a:r>
              <a:rPr lang="lv-LV" dirty="0"/>
              <a:t> </a:t>
            </a:r>
            <a:r>
              <a:rPr lang="lv-LV" dirty="0" err="1"/>
              <a:t>example</a:t>
            </a:r>
            <a:endParaRPr lang="lv-LV" dirty="0"/>
          </a:p>
          <a:p>
            <a:pPr lvl="0"/>
            <a:r>
              <a:rPr lang="lv-LV" dirty="0" err="1"/>
              <a:t>with</a:t>
            </a:r>
            <a:r>
              <a:rPr lang="lv-LV" dirty="0"/>
              <a:t> </a:t>
            </a:r>
            <a:r>
              <a:rPr lang="lv-LV" dirty="0" err="1"/>
              <a:t>an</a:t>
            </a:r>
            <a:r>
              <a:rPr lang="lv-LV" dirty="0"/>
              <a:t> </a:t>
            </a:r>
            <a:r>
              <a:rPr lang="lv-LV" dirty="0" err="1"/>
              <a:t>emphasis</a:t>
            </a:r>
            <a:endParaRPr lang="en-GB" dirty="0"/>
          </a:p>
        </p:txBody>
      </p:sp>
      <p:sp>
        <p:nvSpPr>
          <p:cNvPr id="18" name="Text Placeholder 17">
            <a:extLst>
              <a:ext uri="{FF2B5EF4-FFF2-40B4-BE49-F238E27FC236}">
                <a16:creationId xmlns:a16="http://schemas.microsoft.com/office/drawing/2014/main" id="{D8E9370F-5ACC-4D98-A7E8-DCC60DD138CB}"/>
              </a:ext>
            </a:extLst>
          </p:cNvPr>
          <p:cNvSpPr>
            <a:spLocks noGrp="1"/>
          </p:cNvSpPr>
          <p:nvPr>
            <p:ph type="body" sz="quarter" idx="12"/>
          </p:nvPr>
        </p:nvSpPr>
        <p:spPr>
          <a:xfrm>
            <a:off x="528054" y="3063875"/>
            <a:ext cx="5791200" cy="2743200"/>
          </a:xfrm>
          <a:prstGeom prst="rect">
            <a:avLst/>
          </a:prstGeom>
        </p:spPr>
        <p:txBody>
          <a:bodyPr/>
          <a:lstStyle>
            <a:lvl1pPr marL="0" indent="0">
              <a:buClr>
                <a:srgbClr val="008A00"/>
              </a:buClr>
              <a:buSzPct val="125000"/>
              <a:buNone/>
              <a:defRPr sz="1600">
                <a:solidFill>
                  <a:schemeClr val="tx1">
                    <a:lumMod val="90000"/>
                    <a:lumOff val="10000"/>
                  </a:schemeClr>
                </a:solidFill>
              </a:defRPr>
            </a:lvl1pPr>
            <a:lvl2pPr marL="457200" indent="0">
              <a:buClr>
                <a:srgbClr val="008A00"/>
              </a:buClr>
              <a:buSzPct val="125000"/>
              <a:buNone/>
              <a:defRPr sz="1600">
                <a:solidFill>
                  <a:schemeClr val="tx1">
                    <a:lumMod val="90000"/>
                    <a:lumOff val="10000"/>
                  </a:schemeClr>
                </a:solidFill>
              </a:defRPr>
            </a:lvl2pPr>
            <a:lvl3pPr marL="914400" indent="0">
              <a:buClr>
                <a:srgbClr val="008A00"/>
              </a:buClr>
              <a:buSzPct val="125000"/>
              <a:buNone/>
              <a:defRPr sz="1600">
                <a:solidFill>
                  <a:schemeClr val="tx1">
                    <a:lumMod val="90000"/>
                    <a:lumOff val="10000"/>
                  </a:schemeClr>
                </a:solidFill>
              </a:defRPr>
            </a:lvl3pPr>
            <a:lvl4pPr marL="1371600" indent="0">
              <a:buClr>
                <a:srgbClr val="008A00"/>
              </a:buClr>
              <a:buSzPct val="125000"/>
              <a:buNone/>
              <a:defRPr sz="1600">
                <a:solidFill>
                  <a:schemeClr val="tx1">
                    <a:lumMod val="90000"/>
                    <a:lumOff val="10000"/>
                  </a:schemeClr>
                </a:solidFill>
              </a:defRPr>
            </a:lvl4pPr>
            <a:lvl5pPr marL="1828800" indent="0">
              <a:buClr>
                <a:srgbClr val="008A00"/>
              </a:buClr>
              <a:buSzPct val="125000"/>
              <a:buNone/>
              <a:defRPr sz="1600">
                <a:solidFill>
                  <a:schemeClr val="tx1">
                    <a:lumMod val="90000"/>
                    <a:lumOff val="10000"/>
                  </a:schemeClr>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cxnSp>
        <p:nvCxnSpPr>
          <p:cNvPr id="2" name="Straight Connector 1">
            <a:extLst>
              <a:ext uri="{FF2B5EF4-FFF2-40B4-BE49-F238E27FC236}">
                <a16:creationId xmlns:a16="http://schemas.microsoft.com/office/drawing/2014/main" id="{45986FE7-D886-60A9-B920-38178AA2353F}"/>
              </a:ext>
            </a:extLst>
          </p:cNvPr>
          <p:cNvCxnSpPr>
            <a:cxnSpLocks/>
          </p:cNvCxnSpPr>
          <p:nvPr userDrawn="1"/>
        </p:nvCxnSpPr>
        <p:spPr>
          <a:xfrm>
            <a:off x="0" y="-23052"/>
            <a:ext cx="0" cy="6892578"/>
          </a:xfrm>
          <a:prstGeom prst="line">
            <a:avLst/>
          </a:prstGeom>
          <a:ln w="66675">
            <a:solidFill>
              <a:srgbClr val="008A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797509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331554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D86A804-A243-4ECE-BB06-B50AEA9914A8}"/>
              </a:ext>
            </a:extLst>
          </p:cNvPr>
          <p:cNvPicPr>
            <a:picLocks noChangeAspect="1"/>
          </p:cNvPicPr>
          <p:nvPr userDrawn="1"/>
        </p:nvPicPr>
        <p:blipFill>
          <a:blip r:embed="rId19" cstate="screen">
            <a:extLst>
              <a:ext uri="{28A0092B-C50C-407E-A947-70E740481C1C}">
                <a14:useLocalDpi xmlns:a14="http://schemas.microsoft.com/office/drawing/2010/main"/>
              </a:ext>
            </a:extLst>
          </a:blip>
          <a:stretch>
            <a:fillRect/>
          </a:stretch>
        </p:blipFill>
        <p:spPr>
          <a:xfrm>
            <a:off x="10497170" y="6169758"/>
            <a:ext cx="1294067" cy="337410"/>
          </a:xfrm>
          <a:prstGeom prst="rect">
            <a:avLst/>
          </a:prstGeom>
        </p:spPr>
      </p:pic>
      <p:sp>
        <p:nvSpPr>
          <p:cNvPr id="3" name="TextBox 2">
            <a:extLst>
              <a:ext uri="{FF2B5EF4-FFF2-40B4-BE49-F238E27FC236}">
                <a16:creationId xmlns:a16="http://schemas.microsoft.com/office/drawing/2014/main" id="{54009731-8C32-50D1-8EDB-D8FACE5694FE}"/>
              </a:ext>
            </a:extLst>
          </p:cNvPr>
          <p:cNvSpPr txBox="1"/>
          <p:nvPr userDrawn="1">
            <p:extLst>
              <p:ext uri="{1162E1C5-73C7-4A58-AE30-91384D911F3F}">
                <p184:classification xmlns:p184="http://schemas.microsoft.com/office/powerpoint/2018/4/main" val="ftr"/>
              </p:ext>
            </p:extLst>
          </p:nvPr>
        </p:nvSpPr>
        <p:spPr>
          <a:xfrm>
            <a:off x="190500" y="6545580"/>
            <a:ext cx="830263" cy="121920"/>
          </a:xfrm>
          <a:prstGeom prst="rect">
            <a:avLst/>
          </a:prstGeom>
        </p:spPr>
        <p:txBody>
          <a:bodyPr horzOverflow="overflow" lIns="0" tIns="0" rIns="0" bIns="0">
            <a:spAutoFit/>
          </a:bodyPr>
          <a:lstStyle/>
          <a:p>
            <a:pPr algn="l"/>
            <a:r>
              <a:rPr lang="nb-NO" sz="800">
                <a:solidFill>
                  <a:srgbClr val="000000"/>
                </a:solidFill>
                <a:latin typeface="Times New Roman" panose="02020603050405020304" pitchFamily="18" charset="0"/>
                <a:cs typeface="Times New Roman" panose="02020603050405020304" pitchFamily="18" charset="0"/>
              </a:rPr>
              <a:t>Sensitivity: Internal</a:t>
            </a:r>
          </a:p>
        </p:txBody>
      </p:sp>
    </p:spTree>
    <p:extLst>
      <p:ext uri="{BB962C8B-B14F-4D97-AF65-F5344CB8AC3E}">
        <p14:creationId xmlns:p14="http://schemas.microsoft.com/office/powerpoint/2010/main" val="3593267728"/>
      </p:ext>
    </p:extLst>
  </p:cSld>
  <p:clrMap bg1="lt1" tx1="dk1" bg2="lt2" tx2="dk2" accent1="accent1" accent2="accent2" accent3="accent3" accent4="accent4" accent5="accent5" accent6="accent6" hlink="hlink" folHlink="folHlink"/>
  <p:sldLayoutIdLst>
    <p:sldLayoutId id="2147483697" r:id="rId1"/>
    <p:sldLayoutId id="2147483709" r:id="rId2"/>
    <p:sldLayoutId id="2147483698" r:id="rId3"/>
    <p:sldLayoutId id="2147483710" r:id="rId4"/>
    <p:sldLayoutId id="2147483711" r:id="rId5"/>
    <p:sldLayoutId id="2147483699" r:id="rId6"/>
    <p:sldLayoutId id="2147483700" r:id="rId7"/>
    <p:sldLayoutId id="2147483707" r:id="rId8"/>
    <p:sldLayoutId id="2147483701" r:id="rId9"/>
    <p:sldLayoutId id="2147483706" r:id="rId10"/>
    <p:sldLayoutId id="2147483704" r:id="rId11"/>
    <p:sldLayoutId id="2147483705" r:id="rId12"/>
    <p:sldLayoutId id="2147483703" r:id="rId13"/>
    <p:sldLayoutId id="2147483712" r:id="rId14"/>
    <p:sldLayoutId id="2147483713" r:id="rId15"/>
    <p:sldLayoutId id="2147483714" r:id="rId16"/>
    <p:sldLayoutId id="2147483715" r:id="rId1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customXml" Target="../../customXml/item7.xml"/><Relationship Id="rId1" Type="http://schemas.openxmlformats.org/officeDocument/2006/relationships/customXml" Target="../../customXml/item6.xml"/><Relationship Id="rId5" Type="http://schemas.openxmlformats.org/officeDocument/2006/relationships/image" Target="../media/image3.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customXml" Target="../../customXml/item9.xml"/><Relationship Id="rId1" Type="http://schemas.openxmlformats.org/officeDocument/2006/relationships/customXml" Target="../../customXml/item8.xml"/><Relationship Id="rId4" Type="http://schemas.openxmlformats.org/officeDocument/2006/relationships/image" Target="../media/image5.emf"/></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slideLayout" Target="../slideLayouts/slideLayout16.xml"/><Relationship Id="rId7" Type="http://schemas.openxmlformats.org/officeDocument/2006/relationships/image" Target="../media/image5.emf"/><Relationship Id="rId2" Type="http://schemas.openxmlformats.org/officeDocument/2006/relationships/customXml" Target="../../customXml/item11.xml"/><Relationship Id="rId1" Type="http://schemas.openxmlformats.org/officeDocument/2006/relationships/customXml" Target="../../customXml/item10.xml"/><Relationship Id="rId6" Type="http://schemas.openxmlformats.org/officeDocument/2006/relationships/image" Target="../media/image6.png"/><Relationship Id="rId5" Type="http://schemas.openxmlformats.org/officeDocument/2006/relationships/image" Target="../media/image3.png"/><Relationship Id="rId4"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17.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 Id="rId9" Type="http://schemas.openxmlformats.org/officeDocument/2006/relationships/image" Target="../media/image22.png"/></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xml"/><Relationship Id="rId1" Type="http://schemas.openxmlformats.org/officeDocument/2006/relationships/slideLayout" Target="../slideLayouts/slideLayout17.xml"/><Relationship Id="rId5" Type="http://schemas.openxmlformats.org/officeDocument/2006/relationships/image" Target="../media/image25.png"/><Relationship Id="rId4" Type="http://schemas.openxmlformats.org/officeDocument/2006/relationships/image" Target="../media/image24.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 0" descr="preencoded.png">
            <a:extLst>
              <a:ext uri="{FF2B5EF4-FFF2-40B4-BE49-F238E27FC236}">
                <a16:creationId xmlns:a16="http://schemas.microsoft.com/office/drawing/2014/main" id="{51D0476C-977F-0F09-F9BA-ECDDCE28FEB1}"/>
              </a:ext>
            </a:extLst>
          </p:cNvPr>
          <p:cNvPicPr>
            <a:picLocks noChangeAspect="1"/>
          </p:cNvPicPr>
          <p:nvPr/>
        </p:nvPicPr>
        <p:blipFill>
          <a:blip r:embed="rId4"/>
          <a:srcRect/>
          <a:stretch/>
        </p:blipFill>
        <p:spPr>
          <a:xfrm>
            <a:off x="0" y="0"/>
            <a:ext cx="12192000" cy="6858000"/>
          </a:xfrm>
          <a:prstGeom prst="rect">
            <a:avLst/>
          </a:prstGeom>
        </p:spPr>
      </p:pic>
      <p:sp>
        <p:nvSpPr>
          <p:cNvPr id="3" name="Text Placeholder 2">
            <a:extLst>
              <a:ext uri="{FF2B5EF4-FFF2-40B4-BE49-F238E27FC236}">
                <a16:creationId xmlns:a16="http://schemas.microsoft.com/office/drawing/2014/main" id="{2A903E15-4970-1D5E-5189-E6E5E6DBF87B}"/>
              </a:ext>
            </a:extLst>
          </p:cNvPr>
          <p:cNvSpPr>
            <a:spLocks noGrp="1"/>
          </p:cNvSpPr>
          <p:nvPr>
            <p:ph type="body" sz="quarter" idx="13"/>
          </p:nvPr>
        </p:nvSpPr>
        <p:spPr>
          <a:xfrm>
            <a:off x="130120" y="6324282"/>
            <a:ext cx="1563214" cy="406719"/>
          </a:xfrm>
        </p:spPr>
        <p:txBody>
          <a:bodyPr/>
          <a:lstStyle/>
          <a:p>
            <a:r>
              <a:rPr lang="en-US" b="1" dirty="0">
                <a:solidFill>
                  <a:schemeClr val="bg1"/>
                </a:solidFill>
              </a:rPr>
              <a:t>Team G</a:t>
            </a:r>
            <a:endParaRPr lang="en-LV" b="1" dirty="0">
              <a:solidFill>
                <a:schemeClr val="bg1"/>
              </a:solidFill>
            </a:endParaRPr>
          </a:p>
        </p:txBody>
      </p:sp>
      <p:sp>
        <p:nvSpPr>
          <p:cNvPr id="5" name="Text Placeholder 4">
            <a:extLst>
              <a:ext uri="{FF2B5EF4-FFF2-40B4-BE49-F238E27FC236}">
                <a16:creationId xmlns:a16="http://schemas.microsoft.com/office/drawing/2014/main" id="{0B3A7755-26E1-668A-0A8B-080633852571}"/>
              </a:ext>
            </a:extLst>
          </p:cNvPr>
          <p:cNvSpPr>
            <a:spLocks noGrp="1"/>
          </p:cNvSpPr>
          <p:nvPr>
            <p:ph type="body" sz="quarter" idx="11"/>
          </p:nvPr>
        </p:nvSpPr>
        <p:spPr>
          <a:xfrm>
            <a:off x="265586" y="2699137"/>
            <a:ext cx="5754214" cy="1983249"/>
          </a:xfrm>
        </p:spPr>
        <p:txBody>
          <a:bodyPr/>
          <a:lstStyle/>
          <a:p>
            <a:r>
              <a:rPr lang="en-US" dirty="0" err="1">
                <a:solidFill>
                  <a:schemeClr val="bg1"/>
                </a:solidFill>
              </a:rPr>
              <a:t>TraceForge</a:t>
            </a:r>
            <a:endParaRPr lang="en-US" dirty="0">
              <a:solidFill>
                <a:schemeClr val="bg1"/>
              </a:solidFill>
            </a:endParaRPr>
          </a:p>
          <a:p>
            <a:r>
              <a:rPr lang="en-US" sz="1600" b="0" dirty="0">
                <a:solidFill>
                  <a:schemeClr val="bg1"/>
                </a:solidFill>
              </a:rPr>
              <a:t>Find the code behind any ticket, with AI that stays on your laptop.</a:t>
            </a:r>
          </a:p>
          <a:p>
            <a:endParaRPr lang="en-LV" dirty="0">
              <a:solidFill>
                <a:schemeClr val="bg1"/>
              </a:solidFill>
            </a:endParaRPr>
          </a:p>
        </p:txBody>
      </p:sp>
      <p:pic>
        <p:nvPicPr>
          <p:cNvPr id="12" name="Picture 11">
            <a:extLst>
              <a:ext uri="{FF2B5EF4-FFF2-40B4-BE49-F238E27FC236}">
                <a16:creationId xmlns:a16="http://schemas.microsoft.com/office/drawing/2014/main" id="{75808ABC-420E-AC5E-CB41-9BDCB765F360}"/>
              </a:ext>
            </a:extLst>
          </p:cNvPr>
          <p:cNvPicPr>
            <a:picLocks noChangeAspect="1"/>
          </p:cNvPicPr>
          <p:nvPr/>
        </p:nvPicPr>
        <p:blipFill>
          <a:blip r:embed="rId5">
            <a:biLevel thresh="25000"/>
            <a:extLst>
              <a:ext uri="{28A0092B-C50C-407E-A947-70E740481C1C}">
                <a14:useLocalDpi xmlns:a14="http://schemas.microsoft.com/office/drawing/2010/main" val="0"/>
              </a:ext>
            </a:extLst>
          </a:blip>
          <a:stretch>
            <a:fillRect/>
          </a:stretch>
        </p:blipFill>
        <p:spPr>
          <a:xfrm>
            <a:off x="8448239" y="1101000"/>
            <a:ext cx="1102211" cy="287533"/>
          </a:xfrm>
          <a:prstGeom prst="rect">
            <a:avLst/>
          </a:prstGeom>
        </p:spPr>
      </p:pic>
    </p:spTree>
    <p:custDataLst>
      <p:custData r:id="rId1"/>
      <p:custData r:id="rId2"/>
    </p:custDataLst>
    <p:extLst>
      <p:ext uri="{BB962C8B-B14F-4D97-AF65-F5344CB8AC3E}">
        <p14:creationId xmlns:p14="http://schemas.microsoft.com/office/powerpoint/2010/main" val="8968067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89BC332-89BD-609E-FE6C-768A12664DDA}"/>
              </a:ext>
            </a:extLst>
          </p:cNvPr>
          <p:cNvSpPr/>
          <p:nvPr/>
        </p:nvSpPr>
        <p:spPr>
          <a:xfrm>
            <a:off x="150436" y="0"/>
            <a:ext cx="4654642" cy="6858000"/>
          </a:xfrm>
          <a:prstGeom prst="rect">
            <a:avLst/>
          </a:prstGeom>
          <a:solidFill>
            <a:schemeClr val="bg1"/>
          </a:solidFill>
          <a:ln>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200" b="0" i="0" u="none" strike="noStrike" kern="1200" cap="none" spc="0" normalizeH="0" baseline="0" noProof="0" err="1">
              <a:ln>
                <a:noFill/>
              </a:ln>
              <a:solidFill>
                <a:srgbClr val="FFFFFF"/>
              </a:solidFill>
              <a:effectLst/>
              <a:uLnTx/>
              <a:uFillTx/>
              <a:latin typeface="Arial"/>
              <a:ea typeface="+mn-ea"/>
              <a:cs typeface="+mn-cs"/>
            </a:endParaRPr>
          </a:p>
        </p:txBody>
      </p:sp>
      <p:sp>
        <p:nvSpPr>
          <p:cNvPr id="4" name="Text Placeholder 14">
            <a:extLst>
              <a:ext uri="{FF2B5EF4-FFF2-40B4-BE49-F238E27FC236}">
                <a16:creationId xmlns:a16="http://schemas.microsoft.com/office/drawing/2014/main" id="{DD232C3A-5389-C5C6-5EEA-255E08FCBBDD}"/>
              </a:ext>
            </a:extLst>
          </p:cNvPr>
          <p:cNvSpPr txBox="1">
            <a:spLocks/>
          </p:cNvSpPr>
          <p:nvPr/>
        </p:nvSpPr>
        <p:spPr>
          <a:xfrm>
            <a:off x="10515600" y="6166800"/>
            <a:ext cx="1339200" cy="352800"/>
          </a:xfrm>
          <a:prstGeom prst="rect">
            <a:avLst/>
          </a:prstGeom>
          <a:blipFill rotWithShape="1">
            <a:blip r:embed="rId4" cstate="screen">
              <a:extLst>
                <a:ext uri="{28A0092B-C50C-407E-A947-70E740481C1C}">
                  <a14:useLocalDpi xmlns:a14="http://schemas.microsoft.com/office/drawing/2010/main"/>
                </a:ext>
              </a:extLst>
            </a:blip>
            <a:stretch>
              <a:fillRect/>
            </a:stretch>
          </a:blipFill>
        </p:spPr>
        <p:txBody>
          <a:bodyPr lIns="0" tIns="0" bIns="0">
            <a:normAutofit/>
          </a:bodyPr>
          <a:lstStyle>
            <a:defPPr>
              <a:defRPr lang="en-US"/>
            </a:defPPr>
            <a:lvl1pPr marL="2516" indent="0" algn="l" defTabSz="1219170" rtl="0" eaLnBrk="1" latinLnBrk="0" hangingPunct="1">
              <a:buNone/>
              <a:defRPr sz="1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2516" marR="0" lvl="0" indent="0" algn="l" defTabSz="1219170" rtl="0" eaLnBrk="1" fontAlgn="auto" latinLnBrk="0" hangingPunct="1">
              <a:lnSpc>
                <a:spcPct val="100000"/>
              </a:lnSpc>
              <a:spcBef>
                <a:spcPts val="0"/>
              </a:spcBef>
              <a:spcAft>
                <a:spcPts val="0"/>
              </a:spcAft>
              <a:buClrTx/>
              <a:buSzTx/>
              <a:buFontTx/>
              <a:buNone/>
              <a:tabLst/>
              <a:defRPr/>
            </a:pPr>
            <a:r>
              <a:rPr kumimoji="0" lang="en-GB" sz="100" b="0" i="0" u="none" strike="noStrike" kern="1200" cap="none" spc="0" normalizeH="0" baseline="0" noProof="0">
                <a:ln>
                  <a:noFill/>
                </a:ln>
                <a:solidFill>
                  <a:srgbClr val="000000"/>
                </a:solidFill>
                <a:effectLst/>
                <a:uLnTx/>
                <a:uFillTx/>
                <a:latin typeface="Arial"/>
                <a:ea typeface="+mn-ea"/>
                <a:cs typeface="+mn-cs"/>
              </a:rPr>
              <a:t>.</a:t>
            </a:r>
          </a:p>
        </p:txBody>
      </p:sp>
      <p:sp>
        <p:nvSpPr>
          <p:cNvPr id="5" name="TextBox 4">
            <a:extLst>
              <a:ext uri="{FF2B5EF4-FFF2-40B4-BE49-F238E27FC236}">
                <a16:creationId xmlns:a16="http://schemas.microsoft.com/office/drawing/2014/main" id="{8B3CC70A-5B4C-F4BF-257C-B13A26A99A61}"/>
              </a:ext>
            </a:extLst>
          </p:cNvPr>
          <p:cNvSpPr txBox="1"/>
          <p:nvPr/>
        </p:nvSpPr>
        <p:spPr>
          <a:xfrm>
            <a:off x="6096000" y="1613117"/>
            <a:ext cx="5241111" cy="3631763"/>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1200"/>
              </a:spcAft>
              <a:buClr>
                <a:srgbClr val="008A00"/>
              </a:buClr>
              <a:buSzPct val="100000"/>
              <a:buFont typeface="+mj-lt"/>
              <a:buAutoNum type="arabicPeriod"/>
              <a:tabLst/>
              <a:defRPr/>
            </a:pPr>
            <a:r>
              <a:rPr kumimoji="0" lang="en-US" sz="2000" b="0" i="0" u="none" strike="noStrike" kern="1200" cap="none" spc="0" normalizeH="0" baseline="0" noProof="1">
                <a:ln>
                  <a:noFill/>
                </a:ln>
                <a:solidFill>
                  <a:srgbClr val="3E464A"/>
                </a:solidFill>
                <a:effectLst/>
                <a:uLnTx/>
                <a:uFillTx/>
                <a:latin typeface="Arial" panose="020B0604020202020204" pitchFamily="34" charset="0"/>
                <a:ea typeface="+mn-ea"/>
                <a:cs typeface="Arial" panose="020B0604020202020204" pitchFamily="34" charset="0"/>
              </a:rPr>
              <a:t>The idea</a:t>
            </a:r>
          </a:p>
          <a:p>
            <a:pPr marL="457200" marR="0" lvl="0" indent="-457200" algn="l" defTabSz="914400" rtl="0" eaLnBrk="1" fontAlgn="auto" latinLnBrk="0" hangingPunct="1">
              <a:lnSpc>
                <a:spcPct val="100000"/>
              </a:lnSpc>
              <a:spcBef>
                <a:spcPts val="0"/>
              </a:spcBef>
              <a:spcAft>
                <a:spcPts val="1200"/>
              </a:spcAft>
              <a:buClr>
                <a:srgbClr val="008A00"/>
              </a:buClr>
              <a:buSzPct val="100000"/>
              <a:buFont typeface="+mj-lt"/>
              <a:buAutoNum type="arabicPeriod"/>
              <a:tabLst/>
              <a:defRPr/>
            </a:pPr>
            <a:r>
              <a:rPr kumimoji="0" lang="en-US" sz="2000" b="0" i="0" u="none" strike="noStrike" kern="1200" cap="none" spc="0" normalizeH="0" baseline="0" noProof="1">
                <a:ln>
                  <a:noFill/>
                </a:ln>
                <a:solidFill>
                  <a:srgbClr val="3E464A"/>
                </a:solidFill>
                <a:effectLst/>
                <a:uLnTx/>
                <a:uFillTx/>
                <a:latin typeface="Arial" panose="020B0604020202020204" pitchFamily="34" charset="0"/>
                <a:ea typeface="+mn-ea"/>
                <a:cs typeface="Arial" panose="020B0604020202020204" pitchFamily="34" charset="0"/>
              </a:rPr>
              <a:t>Why do we need it?</a:t>
            </a:r>
          </a:p>
          <a:p>
            <a:pPr marL="457200" marR="0" lvl="0" indent="-457200" algn="l" defTabSz="914400" rtl="0" eaLnBrk="1" fontAlgn="auto" latinLnBrk="0" hangingPunct="1">
              <a:lnSpc>
                <a:spcPct val="100000"/>
              </a:lnSpc>
              <a:spcBef>
                <a:spcPts val="0"/>
              </a:spcBef>
              <a:spcAft>
                <a:spcPts val="1200"/>
              </a:spcAft>
              <a:buClr>
                <a:srgbClr val="008A00"/>
              </a:buClr>
              <a:buSzPct val="100000"/>
              <a:buFont typeface="+mj-lt"/>
              <a:buAutoNum type="arabicPeriod"/>
              <a:tabLst/>
              <a:defRPr/>
            </a:pPr>
            <a:r>
              <a:rPr kumimoji="0" lang="en-US" sz="2000" b="0" i="0" u="none" strike="noStrike" kern="1200" cap="none" spc="0" normalizeH="0" baseline="0" noProof="1">
                <a:ln>
                  <a:noFill/>
                </a:ln>
                <a:solidFill>
                  <a:srgbClr val="3E464A"/>
                </a:solidFill>
                <a:effectLst/>
                <a:uLnTx/>
                <a:uFillTx/>
                <a:latin typeface="Arial" panose="020B0604020202020204" pitchFamily="34" charset="0"/>
                <a:ea typeface="+mn-ea"/>
                <a:cs typeface="Arial" panose="020B0604020202020204" pitchFamily="34" charset="0"/>
              </a:rPr>
              <a:t>How it works</a:t>
            </a:r>
          </a:p>
          <a:p>
            <a:pPr marL="457200" marR="0" lvl="0" indent="-457200" algn="l" defTabSz="914400" rtl="0" eaLnBrk="1" fontAlgn="auto" latinLnBrk="0" hangingPunct="1">
              <a:lnSpc>
                <a:spcPct val="100000"/>
              </a:lnSpc>
              <a:spcBef>
                <a:spcPts val="0"/>
              </a:spcBef>
              <a:spcAft>
                <a:spcPts val="1200"/>
              </a:spcAft>
              <a:buClr>
                <a:srgbClr val="008A00"/>
              </a:buClr>
              <a:buSzPct val="100000"/>
              <a:buFont typeface="+mj-lt"/>
              <a:buAutoNum type="arabicPeriod"/>
              <a:tabLst/>
              <a:defRPr/>
            </a:pPr>
            <a:r>
              <a:rPr kumimoji="0" lang="en-US" sz="2000" b="0" i="0" u="none" strike="noStrike" kern="1200" cap="none" spc="0" normalizeH="0" baseline="0" noProof="1">
                <a:ln>
                  <a:noFill/>
                </a:ln>
                <a:solidFill>
                  <a:srgbClr val="3E464A"/>
                </a:solidFill>
                <a:effectLst/>
                <a:uLnTx/>
                <a:uFillTx/>
                <a:latin typeface="Arial" panose="020B0604020202020204" pitchFamily="34" charset="0"/>
                <a:ea typeface="+mn-ea"/>
                <a:cs typeface="Arial" panose="020B0604020202020204" pitchFamily="34" charset="0"/>
              </a:rPr>
              <a:t>Where it helps</a:t>
            </a:r>
          </a:p>
          <a:p>
            <a:pPr marL="457200" marR="0" lvl="0" indent="-457200" algn="l" defTabSz="914400" rtl="0" eaLnBrk="1" fontAlgn="auto" latinLnBrk="0" hangingPunct="1">
              <a:lnSpc>
                <a:spcPct val="100000"/>
              </a:lnSpc>
              <a:spcBef>
                <a:spcPts val="0"/>
              </a:spcBef>
              <a:spcAft>
                <a:spcPts val="1200"/>
              </a:spcAft>
              <a:buClr>
                <a:srgbClr val="008A00"/>
              </a:buClr>
              <a:buSzPct val="100000"/>
              <a:buFont typeface="+mj-lt"/>
              <a:buAutoNum type="arabicPeriod" startAt="5"/>
              <a:tabLst/>
              <a:defRPr/>
            </a:pPr>
            <a:r>
              <a:rPr kumimoji="0" lang="en-US" sz="2000" b="0" i="0" u="none" strike="noStrike" kern="1200" cap="none" spc="0" normalizeH="0" baseline="0" noProof="1">
                <a:ln>
                  <a:noFill/>
                </a:ln>
                <a:solidFill>
                  <a:srgbClr val="3E464A"/>
                </a:solidFill>
                <a:effectLst/>
                <a:uLnTx/>
                <a:uFillTx/>
                <a:latin typeface="Arial" panose="020B0604020202020204" pitchFamily="34" charset="0"/>
                <a:ea typeface="+mn-ea"/>
                <a:cs typeface="Arial" panose="020B0604020202020204" pitchFamily="34" charset="0"/>
              </a:rPr>
              <a:t>TraceForge features</a:t>
            </a:r>
          </a:p>
          <a:p>
            <a:pPr marL="457200" marR="0" lvl="0" indent="-457200" algn="l" defTabSz="914400" rtl="0" eaLnBrk="1" fontAlgn="auto" latinLnBrk="0" hangingPunct="1">
              <a:lnSpc>
                <a:spcPct val="100000"/>
              </a:lnSpc>
              <a:spcBef>
                <a:spcPts val="0"/>
              </a:spcBef>
              <a:spcAft>
                <a:spcPts val="1200"/>
              </a:spcAft>
              <a:buClr>
                <a:srgbClr val="008A00"/>
              </a:buClr>
              <a:buSzPct val="100000"/>
              <a:buFont typeface="+mj-lt"/>
              <a:buAutoNum type="arabicPeriod" startAt="5"/>
              <a:tabLst/>
              <a:defRPr/>
            </a:pPr>
            <a:r>
              <a:rPr kumimoji="0" lang="en-US" sz="2000" b="0" i="0" u="none" strike="noStrike" kern="1200" cap="none" spc="0" normalizeH="0" baseline="0" noProof="1">
                <a:ln>
                  <a:noFill/>
                </a:ln>
                <a:solidFill>
                  <a:srgbClr val="3E464A"/>
                </a:solidFill>
                <a:effectLst/>
                <a:uLnTx/>
                <a:uFillTx/>
                <a:latin typeface="Arial" panose="020B0604020202020204" pitchFamily="34" charset="0"/>
                <a:ea typeface="+mn-ea"/>
                <a:cs typeface="Arial" panose="020B0604020202020204" pitchFamily="34" charset="0"/>
              </a:rPr>
              <a:t>Demo</a:t>
            </a:r>
          </a:p>
          <a:p>
            <a:pPr marL="457200" marR="0" lvl="0" indent="-457200" algn="l" defTabSz="914400" rtl="0" eaLnBrk="1" fontAlgn="auto" latinLnBrk="0" hangingPunct="1">
              <a:lnSpc>
                <a:spcPct val="100000"/>
              </a:lnSpc>
              <a:spcBef>
                <a:spcPts val="0"/>
              </a:spcBef>
              <a:spcAft>
                <a:spcPts val="1200"/>
              </a:spcAft>
              <a:buClr>
                <a:srgbClr val="008A00"/>
              </a:buClr>
              <a:buSzPct val="100000"/>
              <a:buFont typeface="+mj-lt"/>
              <a:buAutoNum type="arabicPeriod" startAt="5"/>
              <a:tabLst/>
              <a:defRPr/>
            </a:pPr>
            <a:r>
              <a:rPr kumimoji="0" lang="en-US" sz="2000" b="0" i="0" u="none" strike="noStrike" kern="1200" cap="none" spc="0" normalizeH="0" baseline="0" noProof="1">
                <a:ln>
                  <a:noFill/>
                </a:ln>
                <a:solidFill>
                  <a:srgbClr val="3E464A"/>
                </a:solidFill>
                <a:effectLst/>
                <a:uLnTx/>
                <a:uFillTx/>
                <a:latin typeface="Arial" panose="020B0604020202020204" pitchFamily="34" charset="0"/>
                <a:ea typeface="+mn-ea"/>
                <a:cs typeface="Arial" panose="020B0604020202020204" pitchFamily="34" charset="0"/>
              </a:rPr>
              <a:t>What do we have today</a:t>
            </a:r>
          </a:p>
          <a:p>
            <a:pPr marL="457200" marR="0" lvl="0" indent="-457200" algn="l" defTabSz="914400" rtl="0" eaLnBrk="1" fontAlgn="auto" latinLnBrk="0" hangingPunct="1">
              <a:lnSpc>
                <a:spcPct val="100000"/>
              </a:lnSpc>
              <a:spcBef>
                <a:spcPts val="0"/>
              </a:spcBef>
              <a:spcAft>
                <a:spcPts val="1200"/>
              </a:spcAft>
              <a:buClr>
                <a:srgbClr val="008A00"/>
              </a:buClr>
              <a:buSzPct val="100000"/>
              <a:buFont typeface="+mj-lt"/>
              <a:buAutoNum type="arabicPeriod" startAt="5"/>
              <a:tabLst/>
              <a:defRPr/>
            </a:pPr>
            <a:r>
              <a:rPr lang="en-US" sz="2000" noProof="1">
                <a:solidFill>
                  <a:srgbClr val="3E464A"/>
                </a:solidFill>
                <a:latin typeface="Arial" panose="020B0604020202020204" pitchFamily="34" charset="0"/>
                <a:cs typeface="Arial" panose="020B0604020202020204" pitchFamily="34" charset="0"/>
              </a:rPr>
              <a:t>Summary</a:t>
            </a:r>
            <a:endParaRPr kumimoji="0" lang="en-US" sz="2000" b="0" i="0" u="none" strike="noStrike" kern="1200" cap="none" spc="0" normalizeH="0" baseline="0" noProof="1">
              <a:ln>
                <a:noFill/>
              </a:ln>
              <a:solidFill>
                <a:srgbClr val="3E464A"/>
              </a:solidFill>
              <a:effectLst/>
              <a:uLnTx/>
              <a:uFillTx/>
              <a:latin typeface="Arial" panose="020B0604020202020204" pitchFamily="34" charset="0"/>
              <a:ea typeface="+mn-ea"/>
              <a:cs typeface="Arial" panose="020B0604020202020204" pitchFamily="34" charset="0"/>
            </a:endParaRPr>
          </a:p>
        </p:txBody>
      </p:sp>
      <p:sp>
        <p:nvSpPr>
          <p:cNvPr id="6" name="Text Placeholder 2">
            <a:extLst>
              <a:ext uri="{FF2B5EF4-FFF2-40B4-BE49-F238E27FC236}">
                <a16:creationId xmlns:a16="http://schemas.microsoft.com/office/drawing/2014/main" id="{8FB9BC9F-7C6B-44D0-EE32-1778316AFC9C}"/>
              </a:ext>
            </a:extLst>
          </p:cNvPr>
          <p:cNvSpPr txBox="1">
            <a:spLocks/>
          </p:cNvSpPr>
          <p:nvPr/>
        </p:nvSpPr>
        <p:spPr>
          <a:xfrm>
            <a:off x="528053" y="3103986"/>
            <a:ext cx="5791200" cy="65002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80000"/>
              </a:lnSpc>
              <a:spcBef>
                <a:spcPts val="0"/>
              </a:spcBef>
              <a:buFontTx/>
              <a:buNone/>
              <a:defRPr/>
            </a:pPr>
            <a:r>
              <a:rPr lang="en-US" sz="4400" b="1">
                <a:solidFill>
                  <a:srgbClr val="3E464A"/>
                </a:solidFill>
                <a:latin typeface="Arial" panose="020B0604020202020204" pitchFamily="34" charset="0"/>
                <a:ea typeface="Inter" panose="020B0502030000000004" pitchFamily="34" charset="0"/>
                <a:cs typeface="Arial" panose="020B0604020202020204" pitchFamily="34" charset="0"/>
              </a:rPr>
              <a:t>Agenda</a:t>
            </a:r>
          </a:p>
        </p:txBody>
      </p:sp>
    </p:spTree>
    <p:custDataLst>
      <p:custData r:id="rId1"/>
      <p:custData r:id="rId2"/>
    </p:custDataLst>
    <p:extLst>
      <p:ext uri="{BB962C8B-B14F-4D97-AF65-F5344CB8AC3E}">
        <p14:creationId xmlns:p14="http://schemas.microsoft.com/office/powerpoint/2010/main" val="5136635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B909B39-E567-FC15-A853-4B19C9D4DFF4}"/>
              </a:ext>
            </a:extLst>
          </p:cNvPr>
          <p:cNvSpPr>
            <a:spLocks noGrp="1"/>
          </p:cNvSpPr>
          <p:nvPr>
            <p:ph type="body" sz="quarter" idx="11"/>
          </p:nvPr>
        </p:nvSpPr>
        <p:spPr>
          <a:xfrm>
            <a:off x="815975" y="956310"/>
            <a:ext cx="10560050" cy="1174327"/>
          </a:xfrm>
        </p:spPr>
        <p:txBody>
          <a:bodyPr/>
          <a:lstStyle/>
          <a:p>
            <a:pPr lvl="0">
              <a:spcBef>
                <a:spcPts val="0"/>
              </a:spcBef>
              <a:defRPr/>
            </a:pPr>
            <a:r>
              <a:rPr lang="en-US" sz="3600" dirty="0"/>
              <a:t>Stop searching. Ask and get answers from Local AI.</a:t>
            </a:r>
            <a:br>
              <a:rPr lang="en-US" sz="3600" dirty="0"/>
            </a:br>
            <a:endParaRPr kumimoji="0" lang="en-US" sz="3600" i="0" u="none" strike="noStrike" kern="1200" cap="none" spc="0" normalizeH="0" baseline="0" noProof="0" dirty="0">
              <a:ln>
                <a:noFill/>
              </a:ln>
              <a:solidFill>
                <a:srgbClr val="3E464A"/>
              </a:solidFill>
              <a:effectLst/>
              <a:uLnTx/>
              <a:uFillTx/>
              <a:latin typeface="Arial" panose="020B0604020202020204" pitchFamily="34" charset="0"/>
              <a:ea typeface="Inter" panose="020B0502030000000004" pitchFamily="34" charset="0"/>
              <a:cs typeface="Arial" panose="020B0604020202020204" pitchFamily="34" charset="0"/>
            </a:endParaRPr>
          </a:p>
        </p:txBody>
      </p:sp>
      <p:pic>
        <p:nvPicPr>
          <p:cNvPr id="7" name="Picture 6">
            <a:extLst>
              <a:ext uri="{FF2B5EF4-FFF2-40B4-BE49-F238E27FC236}">
                <a16:creationId xmlns:a16="http://schemas.microsoft.com/office/drawing/2014/main" id="{5E5BF9A5-B643-AE71-A2FF-2F2CAA2D1892}"/>
              </a:ext>
            </a:extLst>
          </p:cNvPr>
          <p:cNvPicPr>
            <a:picLocks noChangeAspect="1"/>
          </p:cNvPicPr>
          <p:nvPr/>
        </p:nvPicPr>
        <p:blipFill>
          <a:blip r:embed="rId5">
            <a:biLevel thresh="25000"/>
            <a:extLst>
              <a:ext uri="{28A0092B-C50C-407E-A947-70E740481C1C}">
                <a14:useLocalDpi xmlns:a14="http://schemas.microsoft.com/office/drawing/2010/main" val="0"/>
              </a:ext>
            </a:extLst>
          </a:blip>
          <a:stretch>
            <a:fillRect/>
          </a:stretch>
        </p:blipFill>
        <p:spPr>
          <a:xfrm>
            <a:off x="10488706" y="6172534"/>
            <a:ext cx="1303189" cy="339962"/>
          </a:xfrm>
          <a:prstGeom prst="rect">
            <a:avLst/>
          </a:prstGeom>
        </p:spPr>
      </p:pic>
      <p:pic>
        <p:nvPicPr>
          <p:cNvPr id="2" name="Billede 1" descr="Et billede, der indeholder logo, Grafik, Font/skrifttype, grafisk design&#10;&#10;AI-genereret indhold kan være ukorrekt.">
            <a:extLst>
              <a:ext uri="{FF2B5EF4-FFF2-40B4-BE49-F238E27FC236}">
                <a16:creationId xmlns:a16="http://schemas.microsoft.com/office/drawing/2014/main" id="{C80C19C4-4A95-34AE-95B0-17F4EDE6134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457360" y="6193825"/>
            <a:ext cx="1365880" cy="341470"/>
          </a:xfrm>
          <a:prstGeom prst="rect">
            <a:avLst/>
          </a:prstGeom>
        </p:spPr>
      </p:pic>
      <p:sp>
        <p:nvSpPr>
          <p:cNvPr id="66" name="Text Placeholder 14">
            <a:extLst>
              <a:ext uri="{FF2B5EF4-FFF2-40B4-BE49-F238E27FC236}">
                <a16:creationId xmlns:a16="http://schemas.microsoft.com/office/drawing/2014/main" id="{0C829D10-2DBE-6E84-0E88-29414391E796}"/>
              </a:ext>
            </a:extLst>
          </p:cNvPr>
          <p:cNvSpPr txBox="1">
            <a:spLocks/>
          </p:cNvSpPr>
          <p:nvPr/>
        </p:nvSpPr>
        <p:spPr>
          <a:xfrm>
            <a:off x="10515600" y="6166800"/>
            <a:ext cx="1339200" cy="352800"/>
          </a:xfrm>
          <a:prstGeom prst="rect">
            <a:avLst/>
          </a:prstGeom>
          <a:blipFill rotWithShape="1">
            <a:blip r:embed="rId7" cstate="screen">
              <a:extLst>
                <a:ext uri="{28A0092B-C50C-407E-A947-70E740481C1C}">
                  <a14:useLocalDpi xmlns:a14="http://schemas.microsoft.com/office/drawing/2010/main"/>
                </a:ext>
              </a:extLst>
            </a:blip>
            <a:stretch>
              <a:fillRect/>
            </a:stretch>
          </a:blipFill>
        </p:spPr>
        <p:txBody>
          <a:bodyPr lIns="0" tIns="0" bIns="0">
            <a:normAutofit/>
          </a:bodyPr>
          <a:lstStyle>
            <a:defPPr>
              <a:defRPr lang="en-US"/>
            </a:defPPr>
            <a:lvl1pPr marL="2516" indent="0" algn="l" defTabSz="1219170" rtl="0" eaLnBrk="1" latinLnBrk="0" hangingPunct="1">
              <a:buNone/>
              <a:defRPr sz="1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2516" marR="0" lvl="0" indent="0" algn="l" defTabSz="1219170" rtl="0" eaLnBrk="1" fontAlgn="auto" latinLnBrk="0" hangingPunct="1">
              <a:lnSpc>
                <a:spcPct val="100000"/>
              </a:lnSpc>
              <a:spcBef>
                <a:spcPts val="0"/>
              </a:spcBef>
              <a:spcAft>
                <a:spcPts val="0"/>
              </a:spcAft>
              <a:buClrTx/>
              <a:buSzTx/>
              <a:buFontTx/>
              <a:buNone/>
              <a:tabLst/>
              <a:defRPr/>
            </a:pPr>
            <a:r>
              <a:rPr kumimoji="0" lang="en-GB" sz="100" b="0" i="0" u="none" strike="noStrike" kern="1200" cap="none" spc="0" normalizeH="0" baseline="0" noProof="0" dirty="0">
                <a:ln>
                  <a:noFill/>
                </a:ln>
                <a:solidFill>
                  <a:srgbClr val="000000"/>
                </a:solidFill>
                <a:effectLst/>
                <a:uLnTx/>
                <a:uFillTx/>
                <a:latin typeface="Arial"/>
                <a:ea typeface="+mn-ea"/>
                <a:cs typeface="+mn-cs"/>
              </a:rPr>
              <a:t>.</a:t>
            </a:r>
          </a:p>
        </p:txBody>
      </p:sp>
      <p:sp>
        <p:nvSpPr>
          <p:cNvPr id="67" name="TextBox 66">
            <a:extLst>
              <a:ext uri="{FF2B5EF4-FFF2-40B4-BE49-F238E27FC236}">
                <a16:creationId xmlns:a16="http://schemas.microsoft.com/office/drawing/2014/main" id="{49C95BB1-67C8-A893-E89E-0429B1681623}"/>
              </a:ext>
            </a:extLst>
          </p:cNvPr>
          <p:cNvSpPr txBox="1"/>
          <p:nvPr/>
        </p:nvSpPr>
        <p:spPr>
          <a:xfrm>
            <a:off x="895940" y="433626"/>
            <a:ext cx="1120820" cy="369332"/>
          </a:xfrm>
          <a:prstGeom prst="rect">
            <a:avLst/>
          </a:prstGeom>
          <a:noFill/>
        </p:spPr>
        <p:txBody>
          <a:bodyPr wrap="none" rtlCol="0">
            <a:spAutoFit/>
          </a:bodyPr>
          <a:lstStyle/>
          <a:p>
            <a:r>
              <a:rPr lang="en-US" b="1" dirty="0">
                <a:solidFill>
                  <a:srgbClr val="008A00"/>
                </a:solidFill>
              </a:rPr>
              <a:t>The idea</a:t>
            </a:r>
          </a:p>
        </p:txBody>
      </p:sp>
      <p:sp>
        <p:nvSpPr>
          <p:cNvPr id="69" name="Shape 2">
            <a:extLst>
              <a:ext uri="{FF2B5EF4-FFF2-40B4-BE49-F238E27FC236}">
                <a16:creationId xmlns:a16="http://schemas.microsoft.com/office/drawing/2014/main" id="{3864E1A7-1639-86D4-3807-8BA8DA9F96F2}"/>
              </a:ext>
            </a:extLst>
          </p:cNvPr>
          <p:cNvSpPr/>
          <p:nvPr/>
        </p:nvSpPr>
        <p:spPr>
          <a:xfrm>
            <a:off x="895940" y="2731347"/>
            <a:ext cx="4504690" cy="2580640"/>
          </a:xfrm>
          <a:prstGeom prst="roundRect">
            <a:avLst>
              <a:gd name="adj" fmla="val 5906"/>
            </a:avLst>
          </a:prstGeom>
          <a:solidFill>
            <a:srgbClr val="E2EADD"/>
          </a:solidFill>
          <a:ln/>
        </p:spPr>
        <p:txBody>
          <a:bodyPr/>
          <a:lstStyle/>
          <a:p>
            <a:endParaRPr lang="en-US">
              <a:latin typeface="+mj-lt"/>
            </a:endParaRPr>
          </a:p>
        </p:txBody>
      </p:sp>
      <p:sp>
        <p:nvSpPr>
          <p:cNvPr id="71" name="Text 3">
            <a:extLst>
              <a:ext uri="{FF2B5EF4-FFF2-40B4-BE49-F238E27FC236}">
                <a16:creationId xmlns:a16="http://schemas.microsoft.com/office/drawing/2014/main" id="{069372CC-A003-CB30-F969-0B2636281FF8}"/>
              </a:ext>
            </a:extLst>
          </p:cNvPr>
          <p:cNvSpPr/>
          <p:nvPr/>
        </p:nvSpPr>
        <p:spPr>
          <a:xfrm>
            <a:off x="1175340" y="3010747"/>
            <a:ext cx="4064267"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3E464A"/>
                </a:solidFill>
                <a:latin typeface="+mj-lt"/>
                <a:ea typeface="Space Grotesk" pitchFamily="34" charset="-122"/>
                <a:cs typeface="Space Grotesk" pitchFamily="34" charset="-120"/>
              </a:rPr>
              <a:t>Without TraceForge</a:t>
            </a:r>
            <a:endParaRPr lang="en-US" sz="1800" dirty="0">
              <a:solidFill>
                <a:srgbClr val="3E464A"/>
              </a:solidFill>
              <a:latin typeface="+mj-lt"/>
            </a:endParaRPr>
          </a:p>
        </p:txBody>
      </p:sp>
      <p:sp>
        <p:nvSpPr>
          <p:cNvPr id="73" name="Text 4">
            <a:extLst>
              <a:ext uri="{FF2B5EF4-FFF2-40B4-BE49-F238E27FC236}">
                <a16:creationId xmlns:a16="http://schemas.microsoft.com/office/drawing/2014/main" id="{C5642187-8759-5132-3783-03E9D9D09CF9}"/>
              </a:ext>
            </a:extLst>
          </p:cNvPr>
          <p:cNvSpPr/>
          <p:nvPr/>
        </p:nvSpPr>
        <p:spPr>
          <a:xfrm>
            <a:off x="1175340" y="3437467"/>
            <a:ext cx="279400"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8A9A86"/>
                </a:solidFill>
                <a:latin typeface="+mj-lt"/>
                <a:ea typeface="Space Grotesk" pitchFamily="34" charset="-122"/>
                <a:cs typeface="Space Grotesk" pitchFamily="34" charset="-120"/>
              </a:rPr>
              <a:t>✕</a:t>
            </a:r>
            <a:endParaRPr lang="en-US" sz="1600" dirty="0">
              <a:latin typeface="+mj-lt"/>
            </a:endParaRPr>
          </a:p>
        </p:txBody>
      </p:sp>
      <p:sp>
        <p:nvSpPr>
          <p:cNvPr id="75" name="Text 5">
            <a:extLst>
              <a:ext uri="{FF2B5EF4-FFF2-40B4-BE49-F238E27FC236}">
                <a16:creationId xmlns:a16="http://schemas.microsoft.com/office/drawing/2014/main" id="{D03001E7-87D6-98B8-713C-40062AB57166}"/>
              </a:ext>
            </a:extLst>
          </p:cNvPr>
          <p:cNvSpPr/>
          <p:nvPr/>
        </p:nvSpPr>
        <p:spPr>
          <a:xfrm>
            <a:off x="1530940" y="3455882"/>
            <a:ext cx="3543398" cy="273050"/>
          </a:xfrm>
          <a:prstGeom prst="rect">
            <a:avLst/>
          </a:prstGeom>
          <a:noFill/>
          <a:ln/>
        </p:spPr>
        <p:txBody>
          <a:bodyPr wrap="square" lIns="0" tIns="0" rIns="0" bIns="0" rtlCol="0" anchor="t">
            <a:normAutofit/>
          </a:bodyPr>
          <a:lstStyle/>
          <a:p>
            <a:pPr marL="0" indent="0" algn="l">
              <a:lnSpc>
                <a:spcPts val="1950"/>
              </a:lnSpc>
              <a:buNone/>
            </a:pPr>
            <a:r>
              <a:rPr lang="en-US" sz="1500" dirty="0">
                <a:solidFill>
                  <a:srgbClr val="4A6247"/>
                </a:solidFill>
                <a:latin typeface="+mj-lt"/>
                <a:ea typeface="Space Grotesk" pitchFamily="34" charset="-122"/>
                <a:cs typeface="Space Grotesk" pitchFamily="34" charset="-120"/>
              </a:rPr>
              <a:t>Search tasks, wikis and code by hand</a:t>
            </a:r>
            <a:endParaRPr lang="en-US" sz="1500" dirty="0">
              <a:latin typeface="+mj-lt"/>
            </a:endParaRPr>
          </a:p>
        </p:txBody>
      </p:sp>
      <p:sp>
        <p:nvSpPr>
          <p:cNvPr id="77" name="Text 6">
            <a:extLst>
              <a:ext uri="{FF2B5EF4-FFF2-40B4-BE49-F238E27FC236}">
                <a16:creationId xmlns:a16="http://schemas.microsoft.com/office/drawing/2014/main" id="{F8867069-1E44-79AB-EA44-090F83C9C4A1}"/>
              </a:ext>
            </a:extLst>
          </p:cNvPr>
          <p:cNvSpPr/>
          <p:nvPr/>
        </p:nvSpPr>
        <p:spPr>
          <a:xfrm>
            <a:off x="1175340" y="3874347"/>
            <a:ext cx="279400"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8A9A86"/>
                </a:solidFill>
                <a:latin typeface="+mj-lt"/>
                <a:ea typeface="Space Grotesk" pitchFamily="34" charset="-122"/>
                <a:cs typeface="Space Grotesk" pitchFamily="34" charset="-120"/>
              </a:rPr>
              <a:t>✕</a:t>
            </a:r>
            <a:endParaRPr lang="en-US" sz="1600" dirty="0">
              <a:latin typeface="+mj-lt"/>
            </a:endParaRPr>
          </a:p>
        </p:txBody>
      </p:sp>
      <p:sp>
        <p:nvSpPr>
          <p:cNvPr id="79" name="Text 7">
            <a:extLst>
              <a:ext uri="{FF2B5EF4-FFF2-40B4-BE49-F238E27FC236}">
                <a16:creationId xmlns:a16="http://schemas.microsoft.com/office/drawing/2014/main" id="{13E4E1CD-FD6D-9D39-80BB-D8EF65D2BF77}"/>
              </a:ext>
            </a:extLst>
          </p:cNvPr>
          <p:cNvSpPr/>
          <p:nvPr/>
        </p:nvSpPr>
        <p:spPr>
          <a:xfrm>
            <a:off x="1530940" y="3892762"/>
            <a:ext cx="1762665" cy="273050"/>
          </a:xfrm>
          <a:prstGeom prst="rect">
            <a:avLst/>
          </a:prstGeom>
          <a:noFill/>
          <a:ln/>
        </p:spPr>
        <p:txBody>
          <a:bodyPr wrap="square" lIns="0" tIns="0" rIns="0" bIns="0" rtlCol="0" anchor="t">
            <a:normAutofit/>
          </a:bodyPr>
          <a:lstStyle/>
          <a:p>
            <a:pPr marL="0" indent="0" algn="l">
              <a:lnSpc>
                <a:spcPts val="1950"/>
              </a:lnSpc>
              <a:buNone/>
            </a:pPr>
            <a:r>
              <a:rPr lang="en-US" sz="1500" dirty="0">
                <a:solidFill>
                  <a:srgbClr val="4A6247"/>
                </a:solidFill>
                <a:latin typeface="+mj-lt"/>
                <a:ea typeface="Space Grotesk" pitchFamily="34" charset="-122"/>
                <a:cs typeface="Space Grotesk" pitchFamily="34" charset="-120"/>
              </a:rPr>
              <a:t>Docs are outdated</a:t>
            </a:r>
            <a:endParaRPr lang="en-US" sz="1500" dirty="0">
              <a:latin typeface="+mj-lt"/>
            </a:endParaRPr>
          </a:p>
        </p:txBody>
      </p:sp>
      <p:sp>
        <p:nvSpPr>
          <p:cNvPr id="81" name="Text 8">
            <a:extLst>
              <a:ext uri="{FF2B5EF4-FFF2-40B4-BE49-F238E27FC236}">
                <a16:creationId xmlns:a16="http://schemas.microsoft.com/office/drawing/2014/main" id="{A4752498-FB82-3911-FFF3-BBA2A74777DD}"/>
              </a:ext>
            </a:extLst>
          </p:cNvPr>
          <p:cNvSpPr/>
          <p:nvPr/>
        </p:nvSpPr>
        <p:spPr>
          <a:xfrm>
            <a:off x="1175340" y="4311227"/>
            <a:ext cx="279400"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8A9A86"/>
                </a:solidFill>
                <a:latin typeface="+mj-lt"/>
                <a:ea typeface="Space Grotesk" pitchFamily="34" charset="-122"/>
                <a:cs typeface="Space Grotesk" pitchFamily="34" charset="-120"/>
              </a:rPr>
              <a:t>✕</a:t>
            </a:r>
            <a:endParaRPr lang="en-US" sz="1600" dirty="0">
              <a:latin typeface="+mj-lt"/>
            </a:endParaRPr>
          </a:p>
        </p:txBody>
      </p:sp>
      <p:sp>
        <p:nvSpPr>
          <p:cNvPr id="83" name="Text 9">
            <a:extLst>
              <a:ext uri="{FF2B5EF4-FFF2-40B4-BE49-F238E27FC236}">
                <a16:creationId xmlns:a16="http://schemas.microsoft.com/office/drawing/2014/main" id="{04ED3D8D-6027-AD49-A828-322A32FAFF5F}"/>
              </a:ext>
            </a:extLst>
          </p:cNvPr>
          <p:cNvSpPr/>
          <p:nvPr/>
        </p:nvSpPr>
        <p:spPr>
          <a:xfrm>
            <a:off x="1530940" y="4329642"/>
            <a:ext cx="3541272" cy="273050"/>
          </a:xfrm>
          <a:prstGeom prst="rect">
            <a:avLst/>
          </a:prstGeom>
          <a:noFill/>
          <a:ln/>
        </p:spPr>
        <p:txBody>
          <a:bodyPr wrap="square" lIns="0" tIns="0" rIns="0" bIns="0" rtlCol="0" anchor="t">
            <a:normAutofit/>
          </a:bodyPr>
          <a:lstStyle/>
          <a:p>
            <a:pPr marL="0" indent="0" algn="l">
              <a:lnSpc>
                <a:spcPts val="1950"/>
              </a:lnSpc>
              <a:buNone/>
            </a:pPr>
            <a:r>
              <a:rPr lang="en-US" sz="1500" dirty="0">
                <a:solidFill>
                  <a:srgbClr val="4A6247"/>
                </a:solidFill>
                <a:latin typeface="+mj-lt"/>
                <a:ea typeface="Space Grotesk" pitchFamily="34" charset="-122"/>
                <a:cs typeface="Space Grotesk" pitchFamily="34" charset="-120"/>
              </a:rPr>
              <a:t>New people need days to get started</a:t>
            </a:r>
            <a:endParaRPr lang="en-US" sz="1500" dirty="0">
              <a:latin typeface="+mj-lt"/>
            </a:endParaRPr>
          </a:p>
        </p:txBody>
      </p:sp>
      <p:sp>
        <p:nvSpPr>
          <p:cNvPr id="85" name="Text 10">
            <a:extLst>
              <a:ext uri="{FF2B5EF4-FFF2-40B4-BE49-F238E27FC236}">
                <a16:creationId xmlns:a16="http://schemas.microsoft.com/office/drawing/2014/main" id="{C9FE9F98-1B48-140C-1A41-FD3FA23A1994}"/>
              </a:ext>
            </a:extLst>
          </p:cNvPr>
          <p:cNvSpPr/>
          <p:nvPr/>
        </p:nvSpPr>
        <p:spPr>
          <a:xfrm>
            <a:off x="1175340" y="4748107"/>
            <a:ext cx="279400"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8A9A86"/>
                </a:solidFill>
                <a:latin typeface="+mj-lt"/>
                <a:ea typeface="Space Grotesk" pitchFamily="34" charset="-122"/>
                <a:cs typeface="Space Grotesk" pitchFamily="34" charset="-120"/>
              </a:rPr>
              <a:t>✕</a:t>
            </a:r>
            <a:endParaRPr lang="en-US" sz="1600" dirty="0">
              <a:latin typeface="+mj-lt"/>
            </a:endParaRPr>
          </a:p>
        </p:txBody>
      </p:sp>
      <p:sp>
        <p:nvSpPr>
          <p:cNvPr id="87" name="Text 11">
            <a:extLst>
              <a:ext uri="{FF2B5EF4-FFF2-40B4-BE49-F238E27FC236}">
                <a16:creationId xmlns:a16="http://schemas.microsoft.com/office/drawing/2014/main" id="{DCD42662-3BC7-B988-9220-CBC82A866C06}"/>
              </a:ext>
            </a:extLst>
          </p:cNvPr>
          <p:cNvSpPr/>
          <p:nvPr/>
        </p:nvSpPr>
        <p:spPr>
          <a:xfrm>
            <a:off x="1530939" y="4766522"/>
            <a:ext cx="2937933" cy="273050"/>
          </a:xfrm>
          <a:prstGeom prst="rect">
            <a:avLst/>
          </a:prstGeom>
          <a:noFill/>
          <a:ln/>
        </p:spPr>
        <p:txBody>
          <a:bodyPr wrap="square" lIns="0" tIns="0" rIns="0" bIns="0" rtlCol="0" anchor="t">
            <a:normAutofit/>
          </a:bodyPr>
          <a:lstStyle/>
          <a:p>
            <a:pPr marL="0" indent="0" algn="l">
              <a:lnSpc>
                <a:spcPts val="1950"/>
              </a:lnSpc>
              <a:buNone/>
            </a:pPr>
            <a:r>
              <a:rPr lang="en-US" sz="1500" dirty="0">
                <a:solidFill>
                  <a:srgbClr val="4A6247"/>
                </a:solidFill>
                <a:latin typeface="+mj-lt"/>
                <a:ea typeface="Space Grotesk" pitchFamily="34" charset="-122"/>
                <a:cs typeface="Space Grotesk" pitchFamily="34" charset="-120"/>
              </a:rPr>
              <a:t>Cloud AI is not an option</a:t>
            </a:r>
            <a:endParaRPr lang="en-US" sz="1500" dirty="0">
              <a:latin typeface="+mj-lt"/>
            </a:endParaRPr>
          </a:p>
        </p:txBody>
      </p:sp>
      <p:pic>
        <p:nvPicPr>
          <p:cNvPr id="89" name="Image 0" descr="arrow-right">
            <a:extLst>
              <a:ext uri="{FF2B5EF4-FFF2-40B4-BE49-F238E27FC236}">
                <a16:creationId xmlns:a16="http://schemas.microsoft.com/office/drawing/2014/main" id="{ABD6565F-F86E-B24B-9591-4E7928DCB151}"/>
              </a:ext>
            </a:extLst>
          </p:cNvPr>
          <p:cNvPicPr>
            <a:picLocks noChangeAspect="1"/>
          </p:cNvPicPr>
          <p:nvPr/>
        </p:nvPicPr>
        <p:blipFill>
          <a:blip r:embed="rId8"/>
          <a:srcRect/>
          <a:stretch/>
        </p:blipFill>
        <p:spPr>
          <a:xfrm>
            <a:off x="5603830" y="3881967"/>
            <a:ext cx="508000" cy="279400"/>
          </a:xfrm>
          <a:prstGeom prst="rect">
            <a:avLst/>
          </a:prstGeom>
        </p:spPr>
      </p:pic>
      <p:sp>
        <p:nvSpPr>
          <p:cNvPr id="91" name="Shape 12">
            <a:extLst>
              <a:ext uri="{FF2B5EF4-FFF2-40B4-BE49-F238E27FC236}">
                <a16:creationId xmlns:a16="http://schemas.microsoft.com/office/drawing/2014/main" id="{3D2D9D67-DE5A-4777-D6D7-DB73C4D5BBAB}"/>
              </a:ext>
            </a:extLst>
          </p:cNvPr>
          <p:cNvSpPr/>
          <p:nvPr/>
        </p:nvSpPr>
        <p:spPr>
          <a:xfrm>
            <a:off x="6315030" y="2665307"/>
            <a:ext cx="5147310" cy="2712720"/>
          </a:xfrm>
          <a:prstGeom prst="roundRect">
            <a:avLst>
              <a:gd name="adj" fmla="val 5618"/>
            </a:avLst>
          </a:prstGeom>
          <a:gradFill rotWithShape="1">
            <a:gsLst>
              <a:gs pos="0">
                <a:srgbClr val="29AB0D"/>
              </a:gs>
              <a:gs pos="100000">
                <a:srgbClr val="008100"/>
              </a:gs>
            </a:gsLst>
            <a:lin ang="5400000" scaled="0"/>
          </a:gradFill>
          <a:ln/>
        </p:spPr>
        <p:txBody>
          <a:bodyPr/>
          <a:lstStyle/>
          <a:p>
            <a:endParaRPr lang="en-US">
              <a:latin typeface="+mj-lt"/>
            </a:endParaRPr>
          </a:p>
        </p:txBody>
      </p:sp>
      <p:sp>
        <p:nvSpPr>
          <p:cNvPr id="93" name="Text 13">
            <a:extLst>
              <a:ext uri="{FF2B5EF4-FFF2-40B4-BE49-F238E27FC236}">
                <a16:creationId xmlns:a16="http://schemas.microsoft.com/office/drawing/2014/main" id="{EE800C1D-ECE9-C008-08E6-F37834A19087}"/>
              </a:ext>
            </a:extLst>
          </p:cNvPr>
          <p:cNvSpPr/>
          <p:nvPr/>
        </p:nvSpPr>
        <p:spPr>
          <a:xfrm>
            <a:off x="6619830" y="2995507"/>
            <a:ext cx="4673842"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FFFFF"/>
                </a:solidFill>
                <a:latin typeface="+mj-lt"/>
                <a:ea typeface="Space Grotesk" pitchFamily="34" charset="-122"/>
                <a:cs typeface="Space Grotesk" pitchFamily="34" charset="-120"/>
              </a:rPr>
              <a:t>With TraceForge</a:t>
            </a:r>
            <a:endParaRPr lang="en-US" sz="2000" dirty="0">
              <a:latin typeface="+mj-lt"/>
            </a:endParaRPr>
          </a:p>
        </p:txBody>
      </p:sp>
      <p:sp>
        <p:nvSpPr>
          <p:cNvPr id="95" name="Text 14">
            <a:extLst>
              <a:ext uri="{FF2B5EF4-FFF2-40B4-BE49-F238E27FC236}">
                <a16:creationId xmlns:a16="http://schemas.microsoft.com/office/drawing/2014/main" id="{0C64EF16-E11F-B5B0-B1C8-2281280EDD86}"/>
              </a:ext>
            </a:extLst>
          </p:cNvPr>
          <p:cNvSpPr/>
          <p:nvPr/>
        </p:nvSpPr>
        <p:spPr>
          <a:xfrm>
            <a:off x="6619830" y="3452707"/>
            <a:ext cx="279400"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D4FF8F"/>
                </a:solidFill>
                <a:latin typeface="+mj-lt"/>
                <a:ea typeface="Space Grotesk" pitchFamily="34" charset="-122"/>
                <a:cs typeface="Space Grotesk" pitchFamily="34" charset="-120"/>
              </a:rPr>
              <a:t>✓</a:t>
            </a:r>
            <a:endParaRPr lang="en-US" sz="1600" dirty="0">
              <a:latin typeface="+mj-lt"/>
            </a:endParaRPr>
          </a:p>
        </p:txBody>
      </p:sp>
      <p:sp>
        <p:nvSpPr>
          <p:cNvPr id="97" name="Text 15">
            <a:extLst>
              <a:ext uri="{FF2B5EF4-FFF2-40B4-BE49-F238E27FC236}">
                <a16:creationId xmlns:a16="http://schemas.microsoft.com/office/drawing/2014/main" id="{EF87EAF3-CF82-CC0C-04DD-8E324513235E}"/>
              </a:ext>
            </a:extLst>
          </p:cNvPr>
          <p:cNvSpPr/>
          <p:nvPr/>
        </p:nvSpPr>
        <p:spPr>
          <a:xfrm>
            <a:off x="6975430" y="3471122"/>
            <a:ext cx="4400595" cy="273050"/>
          </a:xfrm>
          <a:prstGeom prst="rect">
            <a:avLst/>
          </a:prstGeom>
          <a:noFill/>
          <a:ln/>
        </p:spPr>
        <p:txBody>
          <a:bodyPr wrap="square" lIns="0" tIns="0" rIns="0" bIns="0" rtlCol="0" anchor="t">
            <a:normAutofit/>
          </a:bodyPr>
          <a:lstStyle/>
          <a:p>
            <a:pPr marL="0" indent="0" algn="l">
              <a:lnSpc>
                <a:spcPts val="1950"/>
              </a:lnSpc>
              <a:buNone/>
            </a:pPr>
            <a:r>
              <a:rPr lang="en-US" sz="1500" dirty="0">
                <a:solidFill>
                  <a:srgbClr val="FFFFFF"/>
                </a:solidFill>
                <a:latin typeface="+mj-lt"/>
                <a:ea typeface="Space Grotesk" pitchFamily="34" charset="-122"/>
                <a:cs typeface="Space Grotesk" pitchFamily="34" charset="-120"/>
              </a:rPr>
              <a:t>Ask one question, get one answer within a minute</a:t>
            </a:r>
            <a:endParaRPr lang="en-US" sz="1500" dirty="0">
              <a:latin typeface="+mj-lt"/>
            </a:endParaRPr>
          </a:p>
        </p:txBody>
      </p:sp>
      <p:sp>
        <p:nvSpPr>
          <p:cNvPr id="99" name="Text 16">
            <a:extLst>
              <a:ext uri="{FF2B5EF4-FFF2-40B4-BE49-F238E27FC236}">
                <a16:creationId xmlns:a16="http://schemas.microsoft.com/office/drawing/2014/main" id="{E80F1AB0-A94C-B23C-4E6E-E40ECBB986F4}"/>
              </a:ext>
            </a:extLst>
          </p:cNvPr>
          <p:cNvSpPr/>
          <p:nvPr/>
        </p:nvSpPr>
        <p:spPr>
          <a:xfrm>
            <a:off x="6619830" y="3889587"/>
            <a:ext cx="279400"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D4FF8F"/>
                </a:solidFill>
                <a:latin typeface="+mj-lt"/>
                <a:ea typeface="Space Grotesk" pitchFamily="34" charset="-122"/>
                <a:cs typeface="Space Grotesk" pitchFamily="34" charset="-120"/>
              </a:rPr>
              <a:t>✓</a:t>
            </a:r>
            <a:endParaRPr lang="en-US" sz="1600" dirty="0">
              <a:latin typeface="+mj-lt"/>
            </a:endParaRPr>
          </a:p>
        </p:txBody>
      </p:sp>
      <p:sp>
        <p:nvSpPr>
          <p:cNvPr id="101" name="Text 17">
            <a:extLst>
              <a:ext uri="{FF2B5EF4-FFF2-40B4-BE49-F238E27FC236}">
                <a16:creationId xmlns:a16="http://schemas.microsoft.com/office/drawing/2014/main" id="{811A4F34-B2B5-519F-092C-ECFE76B53F87}"/>
              </a:ext>
            </a:extLst>
          </p:cNvPr>
          <p:cNvSpPr/>
          <p:nvPr/>
        </p:nvSpPr>
        <p:spPr>
          <a:xfrm>
            <a:off x="6975430" y="3908002"/>
            <a:ext cx="3517154" cy="273050"/>
          </a:xfrm>
          <a:prstGeom prst="rect">
            <a:avLst/>
          </a:prstGeom>
          <a:noFill/>
          <a:ln/>
        </p:spPr>
        <p:txBody>
          <a:bodyPr wrap="square" lIns="0" tIns="0" rIns="0" bIns="0" rtlCol="0" anchor="t">
            <a:normAutofit/>
          </a:bodyPr>
          <a:lstStyle/>
          <a:p>
            <a:pPr marL="0" indent="0" algn="l">
              <a:lnSpc>
                <a:spcPts val="1950"/>
              </a:lnSpc>
              <a:buNone/>
            </a:pPr>
            <a:r>
              <a:rPr lang="en-US" sz="1500" dirty="0">
                <a:solidFill>
                  <a:srgbClr val="FFFFFF"/>
                </a:solidFill>
                <a:latin typeface="+mj-lt"/>
                <a:ea typeface="Space Grotesk" pitchFamily="34" charset="-122"/>
                <a:cs typeface="Space Grotesk" pitchFamily="34" charset="-120"/>
              </a:rPr>
              <a:t>Docs generated from the real project</a:t>
            </a:r>
            <a:endParaRPr lang="en-US" sz="1500" dirty="0">
              <a:latin typeface="+mj-lt"/>
            </a:endParaRPr>
          </a:p>
        </p:txBody>
      </p:sp>
      <p:sp>
        <p:nvSpPr>
          <p:cNvPr id="103" name="Text 18">
            <a:extLst>
              <a:ext uri="{FF2B5EF4-FFF2-40B4-BE49-F238E27FC236}">
                <a16:creationId xmlns:a16="http://schemas.microsoft.com/office/drawing/2014/main" id="{D405CC47-0AA3-2B2B-383B-7B10797D2BE1}"/>
              </a:ext>
            </a:extLst>
          </p:cNvPr>
          <p:cNvSpPr/>
          <p:nvPr/>
        </p:nvSpPr>
        <p:spPr>
          <a:xfrm>
            <a:off x="6619830" y="4326467"/>
            <a:ext cx="279400"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D4FF8F"/>
                </a:solidFill>
                <a:latin typeface="+mj-lt"/>
                <a:ea typeface="Space Grotesk" pitchFamily="34" charset="-122"/>
                <a:cs typeface="Space Grotesk" pitchFamily="34" charset="-120"/>
              </a:rPr>
              <a:t>✓</a:t>
            </a:r>
            <a:endParaRPr lang="en-US" sz="1600" dirty="0">
              <a:latin typeface="+mj-lt"/>
            </a:endParaRPr>
          </a:p>
        </p:txBody>
      </p:sp>
      <p:sp>
        <p:nvSpPr>
          <p:cNvPr id="105" name="Text 19">
            <a:extLst>
              <a:ext uri="{FF2B5EF4-FFF2-40B4-BE49-F238E27FC236}">
                <a16:creationId xmlns:a16="http://schemas.microsoft.com/office/drawing/2014/main" id="{057DF685-0587-E102-87EA-AA1D99CB393C}"/>
              </a:ext>
            </a:extLst>
          </p:cNvPr>
          <p:cNvSpPr/>
          <p:nvPr/>
        </p:nvSpPr>
        <p:spPr>
          <a:xfrm>
            <a:off x="6975430" y="4344882"/>
            <a:ext cx="3118429" cy="273050"/>
          </a:xfrm>
          <a:prstGeom prst="rect">
            <a:avLst/>
          </a:prstGeom>
          <a:noFill/>
          <a:ln/>
        </p:spPr>
        <p:txBody>
          <a:bodyPr wrap="square" lIns="0" tIns="0" rIns="0" bIns="0" rtlCol="0" anchor="t">
            <a:normAutofit/>
          </a:bodyPr>
          <a:lstStyle/>
          <a:p>
            <a:pPr marL="0" indent="0" algn="l">
              <a:lnSpc>
                <a:spcPts val="1950"/>
              </a:lnSpc>
              <a:buNone/>
            </a:pPr>
            <a:r>
              <a:rPr lang="en-US" sz="1500" dirty="0">
                <a:solidFill>
                  <a:srgbClr val="FFFFFF"/>
                </a:solidFill>
                <a:latin typeface="+mj-lt"/>
                <a:ea typeface="Space Grotesk" pitchFamily="34" charset="-122"/>
                <a:cs typeface="Space Grotesk" pitchFamily="34" charset="-120"/>
              </a:rPr>
              <a:t>New people get up to speed faster</a:t>
            </a:r>
            <a:endParaRPr lang="en-US" sz="1500" dirty="0">
              <a:latin typeface="+mj-lt"/>
            </a:endParaRPr>
          </a:p>
        </p:txBody>
      </p:sp>
      <p:sp>
        <p:nvSpPr>
          <p:cNvPr id="107" name="Text 20">
            <a:extLst>
              <a:ext uri="{FF2B5EF4-FFF2-40B4-BE49-F238E27FC236}">
                <a16:creationId xmlns:a16="http://schemas.microsoft.com/office/drawing/2014/main" id="{E6674E81-1308-D7C1-3315-7F10226D5C2A}"/>
              </a:ext>
            </a:extLst>
          </p:cNvPr>
          <p:cNvSpPr/>
          <p:nvPr/>
        </p:nvSpPr>
        <p:spPr>
          <a:xfrm>
            <a:off x="6619830" y="4763347"/>
            <a:ext cx="279400"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D4FF8F"/>
                </a:solidFill>
                <a:latin typeface="+mj-lt"/>
                <a:ea typeface="Space Grotesk" pitchFamily="34" charset="-122"/>
                <a:cs typeface="Space Grotesk" pitchFamily="34" charset="-120"/>
              </a:rPr>
              <a:t>✓</a:t>
            </a:r>
            <a:endParaRPr lang="en-US" sz="1600" dirty="0">
              <a:latin typeface="+mj-lt"/>
            </a:endParaRPr>
          </a:p>
        </p:txBody>
      </p:sp>
      <p:sp>
        <p:nvSpPr>
          <p:cNvPr id="109" name="Text 21">
            <a:extLst>
              <a:ext uri="{FF2B5EF4-FFF2-40B4-BE49-F238E27FC236}">
                <a16:creationId xmlns:a16="http://schemas.microsoft.com/office/drawing/2014/main" id="{3A2D00C0-E8D4-5EDA-2AAA-2AC222FAD0C1}"/>
              </a:ext>
            </a:extLst>
          </p:cNvPr>
          <p:cNvSpPr/>
          <p:nvPr/>
        </p:nvSpPr>
        <p:spPr>
          <a:xfrm>
            <a:off x="6975430" y="4781762"/>
            <a:ext cx="2085684" cy="273050"/>
          </a:xfrm>
          <a:prstGeom prst="rect">
            <a:avLst/>
          </a:prstGeom>
          <a:noFill/>
          <a:ln/>
        </p:spPr>
        <p:txBody>
          <a:bodyPr wrap="square" lIns="0" tIns="0" rIns="0" bIns="0" rtlCol="0" anchor="t">
            <a:normAutofit/>
          </a:bodyPr>
          <a:lstStyle/>
          <a:p>
            <a:pPr marL="0" indent="0" algn="l">
              <a:lnSpc>
                <a:spcPts val="1950"/>
              </a:lnSpc>
              <a:buNone/>
            </a:pPr>
            <a:r>
              <a:rPr lang="en-US" sz="1500" dirty="0">
                <a:solidFill>
                  <a:srgbClr val="FFFFFF"/>
                </a:solidFill>
                <a:latin typeface="+mj-lt"/>
                <a:ea typeface="Space Grotesk" pitchFamily="34" charset="-122"/>
                <a:cs typeface="Space Grotesk" pitchFamily="34" charset="-120"/>
              </a:rPr>
              <a:t>AI runs on your laptop</a:t>
            </a:r>
            <a:endParaRPr lang="en-US" sz="1500" dirty="0">
              <a:latin typeface="+mj-lt"/>
            </a:endParaRPr>
          </a:p>
        </p:txBody>
      </p:sp>
    </p:spTree>
    <p:custDataLst>
      <p:custData r:id="rId1"/>
      <p:custData r:id="rId2"/>
    </p:custDataLst>
    <p:extLst>
      <p:ext uri="{BB962C8B-B14F-4D97-AF65-F5344CB8AC3E}">
        <p14:creationId xmlns:p14="http://schemas.microsoft.com/office/powerpoint/2010/main" val="42314883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812800" y="128016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kern="0" spc="-50" dirty="0">
                <a:solidFill>
                  <a:srgbClr val="3C454A"/>
                </a:solidFill>
                <a:latin typeface="+mj-lt"/>
                <a:ea typeface="Space Grotesk" pitchFamily="34" charset="-122"/>
                <a:cs typeface="Space Grotesk" pitchFamily="34" charset="-120"/>
              </a:rPr>
              <a:t>Starting a task is the slow part</a:t>
            </a:r>
            <a:endParaRPr lang="en-US" sz="3600" dirty="0">
              <a:solidFill>
                <a:srgbClr val="3C454A"/>
              </a:solidFill>
              <a:latin typeface="+mj-lt"/>
            </a:endParaRPr>
          </a:p>
        </p:txBody>
      </p:sp>
      <p:sp>
        <p:nvSpPr>
          <p:cNvPr id="4" name="Shape 2"/>
          <p:cNvSpPr/>
          <p:nvPr/>
        </p:nvSpPr>
        <p:spPr>
          <a:xfrm>
            <a:off x="815975" y="2141857"/>
            <a:ext cx="3380264" cy="2706369"/>
          </a:xfrm>
          <a:prstGeom prst="roundRect">
            <a:avLst>
              <a:gd name="adj" fmla="val 6307"/>
            </a:avLst>
          </a:prstGeom>
          <a:solidFill>
            <a:srgbClr val="FBFDF9"/>
          </a:solidFill>
          <a:ln w="6350">
            <a:solidFill>
              <a:srgbClr val="D3E6CC"/>
            </a:solidFill>
            <a:prstDash val="solid"/>
          </a:ln>
        </p:spPr>
        <p:txBody>
          <a:bodyPr/>
          <a:lstStyle/>
          <a:p>
            <a:endParaRPr lang="en-US">
              <a:latin typeface="+mj-lt"/>
            </a:endParaRPr>
          </a:p>
        </p:txBody>
      </p:sp>
      <p:pic>
        <p:nvPicPr>
          <p:cNvPr id="5" name="Image 0" descr="Clock"/>
          <p:cNvPicPr>
            <a:picLocks noChangeAspect="1"/>
          </p:cNvPicPr>
          <p:nvPr/>
        </p:nvPicPr>
        <p:blipFill>
          <a:blip r:embed="rId3"/>
          <a:srcRect/>
          <a:stretch/>
        </p:blipFill>
        <p:spPr>
          <a:xfrm>
            <a:off x="2221626" y="2299124"/>
            <a:ext cx="568961" cy="568961"/>
          </a:xfrm>
          <a:prstGeom prst="rect">
            <a:avLst/>
          </a:prstGeom>
        </p:spPr>
      </p:pic>
      <p:sp>
        <p:nvSpPr>
          <p:cNvPr id="6" name="Text 3"/>
          <p:cNvSpPr/>
          <p:nvPr/>
        </p:nvSpPr>
        <p:spPr>
          <a:xfrm>
            <a:off x="1122680" y="3025351"/>
            <a:ext cx="2849859" cy="6350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0260F"/>
                </a:solidFill>
                <a:latin typeface="+mj-lt"/>
                <a:ea typeface="Space Grotesk" pitchFamily="34" charset="-122"/>
                <a:cs typeface="Space Grotesk" pitchFamily="34" charset="-120"/>
              </a:rPr>
              <a:t>Finding information takes time</a:t>
            </a:r>
            <a:endParaRPr lang="en-US" sz="2000" dirty="0">
              <a:latin typeface="+mj-lt"/>
            </a:endParaRPr>
          </a:p>
        </p:txBody>
      </p:sp>
      <p:sp>
        <p:nvSpPr>
          <p:cNvPr id="7" name="Text 4"/>
          <p:cNvSpPr/>
          <p:nvPr/>
        </p:nvSpPr>
        <p:spPr>
          <a:xfrm>
            <a:off x="1122680" y="3827039"/>
            <a:ext cx="2849859" cy="1283547"/>
          </a:xfrm>
          <a:prstGeom prst="rect">
            <a:avLst/>
          </a:prstGeom>
          <a:noFill/>
          <a:ln/>
        </p:spPr>
        <p:txBody>
          <a:bodyPr wrap="square" lIns="0" tIns="0" rIns="0" bIns="0" rtlCol="0" anchor="t">
            <a:noAutofit/>
          </a:bodyPr>
          <a:lstStyle/>
          <a:p>
            <a:pPr marL="0" indent="0" algn="l">
              <a:lnSpc>
                <a:spcPts val="2100"/>
              </a:lnSpc>
              <a:buNone/>
            </a:pPr>
            <a:r>
              <a:rPr lang="en-US" sz="1500" dirty="0">
                <a:solidFill>
                  <a:srgbClr val="4A6247"/>
                </a:solidFill>
                <a:latin typeface="+mj-lt"/>
                <a:ea typeface="Space Grotesk" pitchFamily="34" charset="-122"/>
                <a:cs typeface="Space Grotesk" pitchFamily="34" charset="-120"/>
              </a:rPr>
              <a:t>Work items and wikis describe the goal, not where it lives in the project.</a:t>
            </a:r>
            <a:endParaRPr lang="en-US" sz="1500" dirty="0">
              <a:latin typeface="+mj-lt"/>
            </a:endParaRPr>
          </a:p>
        </p:txBody>
      </p:sp>
      <p:sp>
        <p:nvSpPr>
          <p:cNvPr id="8" name="Shape 5"/>
          <p:cNvSpPr/>
          <p:nvPr/>
        </p:nvSpPr>
        <p:spPr>
          <a:xfrm>
            <a:off x="4405789" y="2141857"/>
            <a:ext cx="3380343" cy="2706369"/>
          </a:xfrm>
          <a:prstGeom prst="roundRect">
            <a:avLst>
              <a:gd name="adj" fmla="val 6307"/>
            </a:avLst>
          </a:prstGeom>
          <a:solidFill>
            <a:srgbClr val="FBFDF9"/>
          </a:solidFill>
          <a:ln w="6350">
            <a:solidFill>
              <a:srgbClr val="D3E6CC"/>
            </a:solidFill>
            <a:prstDash val="solid"/>
          </a:ln>
        </p:spPr>
        <p:txBody>
          <a:bodyPr/>
          <a:lstStyle/>
          <a:p>
            <a:endParaRPr lang="en-US">
              <a:latin typeface="+mj-lt"/>
            </a:endParaRPr>
          </a:p>
        </p:txBody>
      </p:sp>
      <p:pic>
        <p:nvPicPr>
          <p:cNvPr id="9" name="Image 1" descr="Warning"/>
          <p:cNvPicPr>
            <a:picLocks noChangeAspect="1"/>
          </p:cNvPicPr>
          <p:nvPr/>
        </p:nvPicPr>
        <p:blipFill>
          <a:blip r:embed="rId4"/>
          <a:srcRect/>
          <a:stretch/>
        </p:blipFill>
        <p:spPr>
          <a:xfrm>
            <a:off x="5795796" y="2299124"/>
            <a:ext cx="600407" cy="600407"/>
          </a:xfrm>
          <a:prstGeom prst="rect">
            <a:avLst/>
          </a:prstGeom>
        </p:spPr>
      </p:pic>
      <p:sp>
        <p:nvSpPr>
          <p:cNvPr id="10" name="Text 6"/>
          <p:cNvSpPr/>
          <p:nvPr/>
        </p:nvSpPr>
        <p:spPr>
          <a:xfrm>
            <a:off x="4608989" y="3025351"/>
            <a:ext cx="3078744" cy="330200"/>
          </a:xfrm>
          <a:prstGeom prst="rect">
            <a:avLst/>
          </a:prstGeom>
          <a:noFill/>
          <a:ln/>
        </p:spPr>
        <p:txBody>
          <a:bodyPr wrap="square" lIns="0" tIns="0" rIns="0" bIns="0" rtlCol="0" anchor="t">
            <a:noAutofit/>
          </a:bodyPr>
          <a:lstStyle/>
          <a:p>
            <a:pPr marL="0" indent="0" algn="l">
              <a:lnSpc>
                <a:spcPts val="2400"/>
              </a:lnSpc>
              <a:buNone/>
            </a:pPr>
            <a:r>
              <a:rPr lang="en-US" sz="2000" b="1" dirty="0">
                <a:solidFill>
                  <a:srgbClr val="10260F"/>
                </a:solidFill>
                <a:latin typeface="+mj-lt"/>
                <a:ea typeface="Space Grotesk" pitchFamily="34" charset="-122"/>
                <a:cs typeface="Space Grotesk" pitchFamily="34" charset="-120"/>
              </a:rPr>
              <a:t>Documentation falls behind</a:t>
            </a:r>
            <a:endParaRPr lang="en-US" sz="2000" dirty="0">
              <a:latin typeface="+mj-lt"/>
            </a:endParaRPr>
          </a:p>
        </p:txBody>
      </p:sp>
      <p:sp>
        <p:nvSpPr>
          <p:cNvPr id="11" name="Text 7"/>
          <p:cNvSpPr/>
          <p:nvPr/>
        </p:nvSpPr>
        <p:spPr>
          <a:xfrm>
            <a:off x="4608989" y="3827039"/>
            <a:ext cx="2849941"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6247"/>
                </a:solidFill>
                <a:latin typeface="+mj-lt"/>
                <a:ea typeface="Space Grotesk" pitchFamily="34" charset="-122"/>
                <a:cs typeface="Space Grotesk" pitchFamily="34" charset="-120"/>
              </a:rPr>
              <a:t>The README no longer matches the real project.</a:t>
            </a:r>
            <a:endParaRPr lang="en-US" sz="1500" dirty="0">
              <a:latin typeface="+mj-lt"/>
            </a:endParaRPr>
          </a:p>
        </p:txBody>
      </p:sp>
      <p:sp>
        <p:nvSpPr>
          <p:cNvPr id="12" name="Shape 8"/>
          <p:cNvSpPr/>
          <p:nvPr/>
        </p:nvSpPr>
        <p:spPr>
          <a:xfrm>
            <a:off x="7989332" y="2141856"/>
            <a:ext cx="3380343" cy="2706369"/>
          </a:xfrm>
          <a:prstGeom prst="roundRect">
            <a:avLst>
              <a:gd name="adj" fmla="val 6307"/>
            </a:avLst>
          </a:prstGeom>
          <a:solidFill>
            <a:srgbClr val="FBFDF9"/>
          </a:solidFill>
          <a:ln w="6350">
            <a:solidFill>
              <a:srgbClr val="D3E6CC"/>
            </a:solidFill>
            <a:prstDash val="solid"/>
          </a:ln>
        </p:spPr>
        <p:txBody>
          <a:bodyPr/>
          <a:lstStyle/>
          <a:p>
            <a:endParaRPr lang="en-US">
              <a:latin typeface="+mj-lt"/>
            </a:endParaRPr>
          </a:p>
        </p:txBody>
      </p:sp>
      <p:pic>
        <p:nvPicPr>
          <p:cNvPr id="13" name="Image 2" descr="Users"/>
          <p:cNvPicPr>
            <a:picLocks noChangeAspect="1"/>
          </p:cNvPicPr>
          <p:nvPr/>
        </p:nvPicPr>
        <p:blipFill>
          <a:blip r:embed="rId5"/>
          <a:srcRect/>
          <a:stretch/>
        </p:blipFill>
        <p:spPr>
          <a:xfrm>
            <a:off x="9425094" y="2344445"/>
            <a:ext cx="545280" cy="545280"/>
          </a:xfrm>
          <a:prstGeom prst="rect">
            <a:avLst/>
          </a:prstGeom>
        </p:spPr>
      </p:pic>
      <p:sp>
        <p:nvSpPr>
          <p:cNvPr id="14" name="Text 9"/>
          <p:cNvSpPr/>
          <p:nvPr/>
        </p:nvSpPr>
        <p:spPr>
          <a:xfrm>
            <a:off x="8302387" y="3025351"/>
            <a:ext cx="2849941"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0260F"/>
                </a:solidFill>
                <a:latin typeface="+mj-lt"/>
                <a:ea typeface="Space Grotesk" pitchFamily="34" charset="-122"/>
                <a:cs typeface="Space Grotesk" pitchFamily="34" charset="-120"/>
              </a:rPr>
              <a:t>New people get lost</a:t>
            </a:r>
            <a:endParaRPr lang="en-US" sz="2000" dirty="0">
              <a:latin typeface="+mj-lt"/>
            </a:endParaRPr>
          </a:p>
        </p:txBody>
      </p:sp>
      <p:sp>
        <p:nvSpPr>
          <p:cNvPr id="15" name="Text 10"/>
          <p:cNvSpPr/>
          <p:nvPr/>
        </p:nvSpPr>
        <p:spPr>
          <a:xfrm>
            <a:off x="8254532" y="3746183"/>
            <a:ext cx="2849941" cy="1362921"/>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6247"/>
                </a:solidFill>
                <a:latin typeface="+mj-lt"/>
                <a:ea typeface="Space Grotesk" pitchFamily="34" charset="-122"/>
                <a:cs typeface="Space Grotesk" pitchFamily="34" charset="-120"/>
              </a:rPr>
              <a:t>Joining a project means days of reading unfamiliar code and not knowing what to do next.</a:t>
            </a:r>
            <a:endParaRPr lang="en-US" sz="1500" dirty="0">
              <a:latin typeface="+mj-lt"/>
            </a:endParaRPr>
          </a:p>
        </p:txBody>
      </p:sp>
      <p:sp>
        <p:nvSpPr>
          <p:cNvPr id="16" name="Shape 11"/>
          <p:cNvSpPr/>
          <p:nvPr/>
        </p:nvSpPr>
        <p:spPr>
          <a:xfrm>
            <a:off x="812800" y="5046980"/>
            <a:ext cx="10563225" cy="939800"/>
          </a:xfrm>
          <a:prstGeom prst="roundRect">
            <a:avLst>
              <a:gd name="adj" fmla="val 16216"/>
            </a:avLst>
          </a:prstGeom>
          <a:solidFill>
            <a:srgbClr val="0B2A10"/>
          </a:solidFill>
          <a:ln/>
        </p:spPr>
        <p:txBody>
          <a:bodyPr/>
          <a:lstStyle/>
          <a:p>
            <a:endParaRPr lang="en-US">
              <a:latin typeface="+mj-lt"/>
            </a:endParaRPr>
          </a:p>
        </p:txBody>
      </p:sp>
      <p:pic>
        <p:nvPicPr>
          <p:cNvPr id="17" name="Image 3" descr="Lock"/>
          <p:cNvPicPr>
            <a:picLocks noChangeAspect="1"/>
          </p:cNvPicPr>
          <p:nvPr/>
        </p:nvPicPr>
        <p:blipFill>
          <a:blip r:embed="rId6"/>
          <a:srcRect l="-98" r="-98"/>
          <a:stretch/>
        </p:blipFill>
        <p:spPr>
          <a:xfrm>
            <a:off x="1011035" y="5243232"/>
            <a:ext cx="405345" cy="444214"/>
          </a:xfrm>
          <a:prstGeom prst="rect">
            <a:avLst/>
          </a:prstGeom>
        </p:spPr>
      </p:pic>
      <p:sp>
        <p:nvSpPr>
          <p:cNvPr id="20" name="TextBox 19">
            <a:extLst>
              <a:ext uri="{FF2B5EF4-FFF2-40B4-BE49-F238E27FC236}">
                <a16:creationId xmlns:a16="http://schemas.microsoft.com/office/drawing/2014/main" id="{0CE55277-BDFF-9074-EFDD-49ADD1AF41C0}"/>
              </a:ext>
            </a:extLst>
          </p:cNvPr>
          <p:cNvSpPr txBox="1"/>
          <p:nvPr/>
        </p:nvSpPr>
        <p:spPr>
          <a:xfrm>
            <a:off x="745066" y="814189"/>
            <a:ext cx="2384425" cy="369332"/>
          </a:xfrm>
          <a:prstGeom prst="rect">
            <a:avLst/>
          </a:prstGeom>
          <a:noFill/>
        </p:spPr>
        <p:txBody>
          <a:bodyPr wrap="square" rtlCol="0">
            <a:spAutoFit/>
          </a:bodyPr>
          <a:lstStyle/>
          <a:p>
            <a:r>
              <a:rPr lang="en-US" b="1" dirty="0">
                <a:solidFill>
                  <a:srgbClr val="008A00"/>
                </a:solidFill>
                <a:latin typeface="+mj-lt"/>
              </a:rPr>
              <a:t>Why do we need it?</a:t>
            </a:r>
          </a:p>
        </p:txBody>
      </p:sp>
      <p:sp>
        <p:nvSpPr>
          <p:cNvPr id="18" name="Text 12"/>
          <p:cNvSpPr/>
          <p:nvPr/>
        </p:nvSpPr>
        <p:spPr>
          <a:xfrm>
            <a:off x="1527127" y="5346314"/>
            <a:ext cx="9738151" cy="341132"/>
          </a:xfrm>
          <a:prstGeom prst="rect">
            <a:avLst/>
          </a:prstGeom>
          <a:noFill/>
          <a:ln/>
        </p:spPr>
        <p:txBody>
          <a:bodyPr wrap="square" lIns="0" tIns="0" rIns="0" bIns="0" rtlCol="0" anchor="t">
            <a:normAutofit/>
          </a:bodyPr>
          <a:lstStyle/>
          <a:p>
            <a:pPr>
              <a:lnSpc>
                <a:spcPts val="2100"/>
              </a:lnSpc>
            </a:pPr>
            <a:r>
              <a:rPr lang="en-US" sz="1500" dirty="0">
                <a:solidFill>
                  <a:srgbClr val="DBDDDF"/>
                </a:solidFill>
                <a:latin typeface="+mj-lt"/>
              </a:rPr>
              <a:t>The application is designed to never leave your machine.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812800" y="128016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kern="0" spc="-50" dirty="0">
                <a:solidFill>
                  <a:srgbClr val="3C454A"/>
                </a:solidFill>
                <a:latin typeface="+mj-lt"/>
                <a:ea typeface="Space Grotesk" pitchFamily="34" charset="-122"/>
                <a:cs typeface="Space Grotesk" pitchFamily="34" charset="-120"/>
              </a:rPr>
              <a:t>Three steps, all on your computer</a:t>
            </a:r>
            <a:endParaRPr lang="en-US" sz="3600" dirty="0">
              <a:solidFill>
                <a:srgbClr val="3C454A"/>
              </a:solidFill>
              <a:latin typeface="+mj-lt"/>
            </a:endParaRPr>
          </a:p>
        </p:txBody>
      </p:sp>
      <p:sp>
        <p:nvSpPr>
          <p:cNvPr id="4" name="Shape 2"/>
          <p:cNvSpPr/>
          <p:nvPr/>
        </p:nvSpPr>
        <p:spPr>
          <a:xfrm>
            <a:off x="815975" y="2499995"/>
            <a:ext cx="3380264" cy="2561590"/>
          </a:xfrm>
          <a:prstGeom prst="roundRect">
            <a:avLst>
              <a:gd name="adj" fmla="val 5825"/>
            </a:avLst>
          </a:prstGeom>
          <a:solidFill>
            <a:srgbClr val="FBFDF9"/>
          </a:solidFill>
          <a:ln w="6350">
            <a:solidFill>
              <a:srgbClr val="D3E6CC"/>
            </a:solidFill>
            <a:prstDash val="solid"/>
          </a:ln>
        </p:spPr>
        <p:txBody>
          <a:bodyPr/>
          <a:lstStyle/>
          <a:p>
            <a:endParaRPr lang="en-US">
              <a:latin typeface="+mj-lt"/>
            </a:endParaRPr>
          </a:p>
        </p:txBody>
      </p:sp>
      <p:sp>
        <p:nvSpPr>
          <p:cNvPr id="5" name="Text 3"/>
          <p:cNvSpPr/>
          <p:nvPr/>
        </p:nvSpPr>
        <p:spPr>
          <a:xfrm>
            <a:off x="1122680" y="2806700"/>
            <a:ext cx="2849859" cy="665480"/>
          </a:xfrm>
          <a:prstGeom prst="rect">
            <a:avLst/>
          </a:prstGeom>
          <a:noFill/>
          <a:ln/>
        </p:spPr>
        <p:txBody>
          <a:bodyPr wrap="square" lIns="0" tIns="0" rIns="0" bIns="0" rtlCol="0" anchor="t">
            <a:normAutofit/>
          </a:bodyPr>
          <a:lstStyle/>
          <a:p>
            <a:pPr marL="0" indent="0" algn="l">
              <a:lnSpc>
                <a:spcPts val="5040"/>
              </a:lnSpc>
              <a:buNone/>
            </a:pPr>
            <a:r>
              <a:rPr lang="en-US" sz="3600" b="1" dirty="0">
                <a:solidFill>
                  <a:srgbClr val="1B7D10"/>
                </a:solidFill>
                <a:latin typeface="+mj-lt"/>
                <a:ea typeface="Space Grotesk" pitchFamily="34" charset="-122"/>
                <a:cs typeface="Space Grotesk" pitchFamily="34" charset="-120"/>
              </a:rPr>
              <a:t>1</a:t>
            </a:r>
            <a:endParaRPr lang="en-US" sz="3600" dirty="0">
              <a:latin typeface="+mj-lt"/>
            </a:endParaRPr>
          </a:p>
        </p:txBody>
      </p:sp>
      <p:sp>
        <p:nvSpPr>
          <p:cNvPr id="6" name="Text 4"/>
          <p:cNvSpPr/>
          <p:nvPr/>
        </p:nvSpPr>
        <p:spPr>
          <a:xfrm>
            <a:off x="1122680" y="3548380"/>
            <a:ext cx="2849859"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0260F"/>
                </a:solidFill>
                <a:latin typeface="+mj-lt"/>
                <a:ea typeface="Space Grotesk" pitchFamily="34" charset="-122"/>
                <a:cs typeface="Space Grotesk" pitchFamily="34" charset="-120"/>
              </a:rPr>
              <a:t>Reads the ticket</a:t>
            </a:r>
            <a:endParaRPr lang="en-US" sz="2000" dirty="0">
              <a:latin typeface="+mj-lt"/>
            </a:endParaRPr>
          </a:p>
        </p:txBody>
      </p:sp>
      <p:sp>
        <p:nvSpPr>
          <p:cNvPr id="7" name="Text 5"/>
          <p:cNvSpPr/>
          <p:nvPr/>
        </p:nvSpPr>
        <p:spPr>
          <a:xfrm>
            <a:off x="1122680" y="3954780"/>
            <a:ext cx="2849859"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6247"/>
                </a:solidFill>
                <a:latin typeface="+mj-lt"/>
                <a:ea typeface="Space Grotesk" pitchFamily="34" charset="-122"/>
                <a:cs typeface="Space Grotesk" pitchFamily="34" charset="-120"/>
              </a:rPr>
              <a:t>Gets the task and its comments from Azure DevOps.</a:t>
            </a:r>
            <a:endParaRPr lang="en-US" sz="1500" dirty="0">
              <a:latin typeface="+mj-lt"/>
            </a:endParaRPr>
          </a:p>
        </p:txBody>
      </p:sp>
      <p:sp>
        <p:nvSpPr>
          <p:cNvPr id="8" name="Shape 6"/>
          <p:cNvSpPr/>
          <p:nvPr/>
        </p:nvSpPr>
        <p:spPr>
          <a:xfrm>
            <a:off x="4405789" y="2499995"/>
            <a:ext cx="3380343" cy="2561590"/>
          </a:xfrm>
          <a:prstGeom prst="roundRect">
            <a:avLst>
              <a:gd name="adj" fmla="val 5825"/>
            </a:avLst>
          </a:prstGeom>
          <a:solidFill>
            <a:srgbClr val="FBFDF9"/>
          </a:solidFill>
          <a:ln w="6350">
            <a:solidFill>
              <a:srgbClr val="D3E6CC"/>
            </a:solidFill>
            <a:prstDash val="solid"/>
          </a:ln>
        </p:spPr>
        <p:txBody>
          <a:bodyPr/>
          <a:lstStyle/>
          <a:p>
            <a:endParaRPr lang="en-US">
              <a:latin typeface="+mj-lt"/>
            </a:endParaRPr>
          </a:p>
        </p:txBody>
      </p:sp>
      <p:sp>
        <p:nvSpPr>
          <p:cNvPr id="9" name="Text 7"/>
          <p:cNvSpPr/>
          <p:nvPr/>
        </p:nvSpPr>
        <p:spPr>
          <a:xfrm>
            <a:off x="4712494" y="2806700"/>
            <a:ext cx="2849941" cy="665480"/>
          </a:xfrm>
          <a:prstGeom prst="rect">
            <a:avLst/>
          </a:prstGeom>
          <a:noFill/>
          <a:ln/>
        </p:spPr>
        <p:txBody>
          <a:bodyPr wrap="square" lIns="0" tIns="0" rIns="0" bIns="0" rtlCol="0" anchor="t">
            <a:normAutofit/>
          </a:bodyPr>
          <a:lstStyle/>
          <a:p>
            <a:pPr marL="0" indent="0" algn="l">
              <a:lnSpc>
                <a:spcPts val="5040"/>
              </a:lnSpc>
              <a:buNone/>
            </a:pPr>
            <a:r>
              <a:rPr lang="en-US" sz="3600" b="1" dirty="0">
                <a:solidFill>
                  <a:srgbClr val="1B7D10"/>
                </a:solidFill>
                <a:latin typeface="+mj-lt"/>
                <a:ea typeface="Space Grotesk" pitchFamily="34" charset="-122"/>
                <a:cs typeface="Space Grotesk" pitchFamily="34" charset="-120"/>
              </a:rPr>
              <a:t>2</a:t>
            </a:r>
            <a:endParaRPr lang="en-US" sz="3600" dirty="0">
              <a:latin typeface="+mj-lt"/>
            </a:endParaRPr>
          </a:p>
        </p:txBody>
      </p:sp>
      <p:sp>
        <p:nvSpPr>
          <p:cNvPr id="10" name="Text 8"/>
          <p:cNvSpPr/>
          <p:nvPr/>
        </p:nvSpPr>
        <p:spPr>
          <a:xfrm>
            <a:off x="4712494" y="3548380"/>
            <a:ext cx="2849941"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0260F"/>
                </a:solidFill>
                <a:latin typeface="+mj-lt"/>
                <a:ea typeface="Space Grotesk" pitchFamily="34" charset="-122"/>
                <a:cs typeface="Space Grotesk" pitchFamily="34" charset="-120"/>
              </a:rPr>
              <a:t>Collects the facts</a:t>
            </a:r>
            <a:endParaRPr lang="en-US" sz="2000" dirty="0">
              <a:latin typeface="+mj-lt"/>
            </a:endParaRPr>
          </a:p>
        </p:txBody>
      </p:sp>
      <p:sp>
        <p:nvSpPr>
          <p:cNvPr id="11" name="Text 9"/>
          <p:cNvSpPr/>
          <p:nvPr/>
        </p:nvSpPr>
        <p:spPr>
          <a:xfrm>
            <a:off x="4712494" y="3954780"/>
            <a:ext cx="2849941"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6247"/>
                </a:solidFill>
                <a:latin typeface="+mj-lt"/>
                <a:ea typeface="Space Grotesk" pitchFamily="34" charset="-122"/>
                <a:cs typeface="Space Grotesk" pitchFamily="34" charset="-120"/>
              </a:rPr>
              <a:t>Searches the related files, history and tasks.</a:t>
            </a:r>
            <a:endParaRPr lang="en-US" sz="1500" dirty="0">
              <a:latin typeface="+mj-lt"/>
            </a:endParaRPr>
          </a:p>
        </p:txBody>
      </p:sp>
      <p:sp>
        <p:nvSpPr>
          <p:cNvPr id="12" name="Shape 10"/>
          <p:cNvSpPr/>
          <p:nvPr/>
        </p:nvSpPr>
        <p:spPr>
          <a:xfrm>
            <a:off x="7995682" y="2499995"/>
            <a:ext cx="3380343" cy="2561590"/>
          </a:xfrm>
          <a:prstGeom prst="roundRect">
            <a:avLst>
              <a:gd name="adj" fmla="val 5825"/>
            </a:avLst>
          </a:prstGeom>
          <a:solidFill>
            <a:srgbClr val="FBFDF9"/>
          </a:solidFill>
          <a:ln w="6350">
            <a:solidFill>
              <a:srgbClr val="D3E6CC"/>
            </a:solidFill>
            <a:prstDash val="solid"/>
          </a:ln>
        </p:spPr>
        <p:txBody>
          <a:bodyPr/>
          <a:lstStyle/>
          <a:p>
            <a:endParaRPr lang="en-US">
              <a:latin typeface="+mj-lt"/>
            </a:endParaRPr>
          </a:p>
        </p:txBody>
      </p:sp>
      <p:sp>
        <p:nvSpPr>
          <p:cNvPr id="13" name="Text 11"/>
          <p:cNvSpPr/>
          <p:nvPr/>
        </p:nvSpPr>
        <p:spPr>
          <a:xfrm>
            <a:off x="8302387" y="2806700"/>
            <a:ext cx="2849941" cy="665480"/>
          </a:xfrm>
          <a:prstGeom prst="rect">
            <a:avLst/>
          </a:prstGeom>
          <a:noFill/>
          <a:ln/>
        </p:spPr>
        <p:txBody>
          <a:bodyPr wrap="square" lIns="0" tIns="0" rIns="0" bIns="0" rtlCol="0" anchor="t">
            <a:normAutofit/>
          </a:bodyPr>
          <a:lstStyle/>
          <a:p>
            <a:pPr marL="0" indent="0" algn="l">
              <a:lnSpc>
                <a:spcPts val="5040"/>
              </a:lnSpc>
              <a:buNone/>
            </a:pPr>
            <a:r>
              <a:rPr lang="en-US" sz="3600" b="1" dirty="0">
                <a:solidFill>
                  <a:srgbClr val="1B7D10"/>
                </a:solidFill>
                <a:latin typeface="+mj-lt"/>
                <a:ea typeface="Space Grotesk" pitchFamily="34" charset="-122"/>
                <a:cs typeface="Space Grotesk" pitchFamily="34" charset="-120"/>
              </a:rPr>
              <a:t>3</a:t>
            </a:r>
            <a:endParaRPr lang="en-US" sz="3600" dirty="0">
              <a:latin typeface="+mj-lt"/>
            </a:endParaRPr>
          </a:p>
        </p:txBody>
      </p:sp>
      <p:sp>
        <p:nvSpPr>
          <p:cNvPr id="14" name="Text 12"/>
          <p:cNvSpPr/>
          <p:nvPr/>
        </p:nvSpPr>
        <p:spPr>
          <a:xfrm>
            <a:off x="8302387" y="3548380"/>
            <a:ext cx="2849941"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0260F"/>
                </a:solidFill>
                <a:latin typeface="+mj-lt"/>
                <a:ea typeface="Space Grotesk" pitchFamily="34" charset="-122"/>
                <a:cs typeface="Space Grotesk" pitchFamily="34" charset="-120"/>
              </a:rPr>
              <a:t>Writes the report</a:t>
            </a:r>
            <a:endParaRPr lang="en-US" sz="2000" dirty="0">
              <a:latin typeface="+mj-lt"/>
            </a:endParaRPr>
          </a:p>
        </p:txBody>
      </p:sp>
      <p:sp>
        <p:nvSpPr>
          <p:cNvPr id="15" name="Text 13"/>
          <p:cNvSpPr/>
          <p:nvPr/>
        </p:nvSpPr>
        <p:spPr>
          <a:xfrm>
            <a:off x="8302387" y="3954780"/>
            <a:ext cx="2849941"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6247"/>
                </a:solidFill>
                <a:latin typeface="+mj-lt"/>
                <a:ea typeface="Space Grotesk" pitchFamily="34" charset="-122"/>
                <a:cs typeface="Space Grotesk" pitchFamily="34" charset="-120"/>
              </a:rPr>
              <a:t>A local AI model turns those facts into a clear summary.</a:t>
            </a:r>
            <a:endParaRPr lang="en-US" sz="1500" dirty="0">
              <a:latin typeface="+mj-lt"/>
            </a:endParaRPr>
          </a:p>
        </p:txBody>
      </p:sp>
      <p:sp>
        <p:nvSpPr>
          <p:cNvPr id="16" name="Text 14"/>
          <p:cNvSpPr/>
          <p:nvPr/>
        </p:nvSpPr>
        <p:spPr>
          <a:xfrm>
            <a:off x="812800" y="577850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0260F"/>
                </a:solidFill>
                <a:latin typeface="+mj-lt"/>
                <a:ea typeface="Space Grotesk" pitchFamily="34" charset="-122"/>
                <a:cs typeface="Space Grotesk" pitchFamily="34" charset="-120"/>
              </a:rPr>
              <a:t>Runs on any laptop</a:t>
            </a:r>
            <a:r>
              <a:rPr lang="en-US" sz="1500" dirty="0">
                <a:solidFill>
                  <a:srgbClr val="10260F"/>
                </a:solidFill>
                <a:latin typeface="+mj-lt"/>
                <a:ea typeface="Space Grotesk" pitchFamily="34" charset="-122"/>
                <a:cs typeface="Space Grotesk" pitchFamily="34" charset="-120"/>
              </a:rPr>
              <a:t> (NPU, GPU or CPU). Nothing is posted back to the ticket unless you say yes.</a:t>
            </a:r>
            <a:endParaRPr lang="en-US" sz="1500" dirty="0">
              <a:latin typeface="+mj-lt"/>
            </a:endParaRPr>
          </a:p>
        </p:txBody>
      </p:sp>
      <p:sp>
        <p:nvSpPr>
          <p:cNvPr id="18" name="TextBox 17">
            <a:extLst>
              <a:ext uri="{FF2B5EF4-FFF2-40B4-BE49-F238E27FC236}">
                <a16:creationId xmlns:a16="http://schemas.microsoft.com/office/drawing/2014/main" id="{31885FB2-6D81-721A-0856-D27D44F2B0BF}"/>
              </a:ext>
            </a:extLst>
          </p:cNvPr>
          <p:cNvSpPr txBox="1"/>
          <p:nvPr/>
        </p:nvSpPr>
        <p:spPr>
          <a:xfrm>
            <a:off x="812800" y="787400"/>
            <a:ext cx="2384425" cy="369332"/>
          </a:xfrm>
          <a:prstGeom prst="rect">
            <a:avLst/>
          </a:prstGeom>
          <a:noFill/>
        </p:spPr>
        <p:txBody>
          <a:bodyPr wrap="square" rtlCol="0">
            <a:spAutoFit/>
          </a:bodyPr>
          <a:lstStyle/>
          <a:p>
            <a:r>
              <a:rPr lang="en-US" b="1" dirty="0">
                <a:solidFill>
                  <a:srgbClr val="008A00"/>
                </a:solidFill>
                <a:latin typeface="+mj-lt"/>
              </a:rPr>
              <a:t>How it works?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812800" y="128016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kern="0" spc="-50" dirty="0">
                <a:solidFill>
                  <a:srgbClr val="3C454A"/>
                </a:solidFill>
                <a:latin typeface="+mj-lt"/>
                <a:ea typeface="Space Grotesk" pitchFamily="34" charset="-122"/>
                <a:cs typeface="Space Grotesk" pitchFamily="34" charset="-120"/>
              </a:rPr>
              <a:t>Useful at every stage of the work</a:t>
            </a:r>
            <a:endParaRPr lang="en-US" sz="3600" dirty="0">
              <a:solidFill>
                <a:srgbClr val="3C454A"/>
              </a:solidFill>
              <a:latin typeface="+mj-lt"/>
            </a:endParaRPr>
          </a:p>
        </p:txBody>
      </p:sp>
      <p:sp>
        <p:nvSpPr>
          <p:cNvPr id="4" name="Shape 2"/>
          <p:cNvSpPr/>
          <p:nvPr/>
        </p:nvSpPr>
        <p:spPr>
          <a:xfrm>
            <a:off x="815975" y="2863214"/>
            <a:ext cx="5187950" cy="1085850"/>
          </a:xfrm>
          <a:prstGeom prst="roundRect">
            <a:avLst>
              <a:gd name="adj" fmla="val 13743"/>
            </a:avLst>
          </a:prstGeom>
          <a:solidFill>
            <a:srgbClr val="FBFDF9"/>
          </a:solidFill>
          <a:ln w="6350">
            <a:solidFill>
              <a:srgbClr val="D3E6CC"/>
            </a:solidFill>
            <a:prstDash val="solid"/>
          </a:ln>
        </p:spPr>
        <p:txBody>
          <a:bodyPr/>
          <a:lstStyle/>
          <a:p>
            <a:endParaRPr lang="en-US">
              <a:latin typeface="+mj-lt"/>
            </a:endParaRPr>
          </a:p>
        </p:txBody>
      </p:sp>
      <p:pic>
        <p:nvPicPr>
          <p:cNvPr id="5" name="Image 0" descr="Play"/>
          <p:cNvPicPr>
            <a:picLocks noChangeAspect="1"/>
          </p:cNvPicPr>
          <p:nvPr/>
        </p:nvPicPr>
        <p:blipFill>
          <a:blip r:embed="rId3"/>
          <a:srcRect/>
          <a:stretch/>
        </p:blipFill>
        <p:spPr>
          <a:xfrm>
            <a:off x="1071880" y="3202939"/>
            <a:ext cx="406400" cy="406400"/>
          </a:xfrm>
          <a:prstGeom prst="rect">
            <a:avLst/>
          </a:prstGeom>
        </p:spPr>
      </p:pic>
      <p:sp>
        <p:nvSpPr>
          <p:cNvPr id="6" name="Text 3"/>
          <p:cNvSpPr/>
          <p:nvPr/>
        </p:nvSpPr>
        <p:spPr>
          <a:xfrm>
            <a:off x="1656080" y="3119121"/>
            <a:ext cx="3416349"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0260F"/>
                </a:solidFill>
                <a:latin typeface="+mj-lt"/>
                <a:ea typeface="Space Grotesk" pitchFamily="34" charset="-122"/>
                <a:cs typeface="Space Grotesk" pitchFamily="34" charset="-120"/>
              </a:rPr>
              <a:t>Starting a new task</a:t>
            </a:r>
            <a:endParaRPr lang="en-US" sz="1800" dirty="0">
              <a:latin typeface="+mj-lt"/>
            </a:endParaRPr>
          </a:p>
        </p:txBody>
      </p:sp>
      <p:sp>
        <p:nvSpPr>
          <p:cNvPr id="7" name="Text 4"/>
          <p:cNvSpPr/>
          <p:nvPr/>
        </p:nvSpPr>
        <p:spPr>
          <a:xfrm>
            <a:off x="1656080" y="3444239"/>
            <a:ext cx="3416349"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6247"/>
                </a:solidFill>
                <a:latin typeface="+mj-lt"/>
                <a:ea typeface="Space Grotesk" pitchFamily="34" charset="-122"/>
                <a:cs typeface="Space Grotesk" pitchFamily="34" charset="-120"/>
              </a:rPr>
              <a:t>See the related code before you begin</a:t>
            </a:r>
            <a:endParaRPr lang="en-US" sz="1400" dirty="0">
              <a:latin typeface="+mj-lt"/>
            </a:endParaRPr>
          </a:p>
        </p:txBody>
      </p:sp>
      <p:sp>
        <p:nvSpPr>
          <p:cNvPr id="8" name="Shape 5"/>
          <p:cNvSpPr/>
          <p:nvPr/>
        </p:nvSpPr>
        <p:spPr>
          <a:xfrm>
            <a:off x="6188075" y="2863214"/>
            <a:ext cx="5187950" cy="1085850"/>
          </a:xfrm>
          <a:prstGeom prst="roundRect">
            <a:avLst>
              <a:gd name="adj" fmla="val 13743"/>
            </a:avLst>
          </a:prstGeom>
          <a:solidFill>
            <a:srgbClr val="FBFDF9"/>
          </a:solidFill>
          <a:ln w="6350">
            <a:solidFill>
              <a:srgbClr val="D3E6CC"/>
            </a:solidFill>
            <a:prstDash val="solid"/>
          </a:ln>
        </p:spPr>
        <p:txBody>
          <a:bodyPr/>
          <a:lstStyle/>
          <a:p>
            <a:endParaRPr lang="en-US">
              <a:latin typeface="+mj-lt"/>
            </a:endParaRPr>
          </a:p>
        </p:txBody>
      </p:sp>
      <p:pic>
        <p:nvPicPr>
          <p:cNvPr id="9" name="Image 1" descr="GraduationCap"/>
          <p:cNvPicPr>
            <a:picLocks noChangeAspect="1"/>
          </p:cNvPicPr>
          <p:nvPr/>
        </p:nvPicPr>
        <p:blipFill>
          <a:blip r:embed="rId4"/>
          <a:srcRect/>
          <a:stretch/>
        </p:blipFill>
        <p:spPr>
          <a:xfrm>
            <a:off x="6443980" y="3202939"/>
            <a:ext cx="406400" cy="406400"/>
          </a:xfrm>
          <a:prstGeom prst="rect">
            <a:avLst/>
          </a:prstGeom>
        </p:spPr>
      </p:pic>
      <p:sp>
        <p:nvSpPr>
          <p:cNvPr id="10" name="Text 6"/>
          <p:cNvSpPr/>
          <p:nvPr/>
        </p:nvSpPr>
        <p:spPr>
          <a:xfrm>
            <a:off x="7028180" y="3119121"/>
            <a:ext cx="4009326"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0260F"/>
                </a:solidFill>
                <a:latin typeface="+mj-lt"/>
                <a:ea typeface="Space Grotesk" pitchFamily="34" charset="-122"/>
                <a:cs typeface="Space Grotesk" pitchFamily="34" charset="-120"/>
              </a:rPr>
              <a:t>Onboarding</a:t>
            </a:r>
            <a:endParaRPr lang="en-US" sz="1800" dirty="0">
              <a:latin typeface="+mj-lt"/>
            </a:endParaRPr>
          </a:p>
        </p:txBody>
      </p:sp>
      <p:sp>
        <p:nvSpPr>
          <p:cNvPr id="11" name="Text 7"/>
          <p:cNvSpPr/>
          <p:nvPr/>
        </p:nvSpPr>
        <p:spPr>
          <a:xfrm>
            <a:off x="7028180" y="3444239"/>
            <a:ext cx="4009326"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6247"/>
                </a:solidFill>
                <a:latin typeface="+mj-lt"/>
                <a:ea typeface="Space Grotesk" pitchFamily="34" charset="-122"/>
                <a:cs typeface="Space Grotesk" pitchFamily="34" charset="-120"/>
              </a:rPr>
              <a:t>Fresh project docs written from the real code</a:t>
            </a:r>
            <a:endParaRPr lang="en-US" sz="1400" dirty="0">
              <a:latin typeface="+mj-lt"/>
            </a:endParaRPr>
          </a:p>
        </p:txBody>
      </p:sp>
      <p:sp>
        <p:nvSpPr>
          <p:cNvPr id="12" name="Shape 8"/>
          <p:cNvSpPr/>
          <p:nvPr/>
        </p:nvSpPr>
        <p:spPr>
          <a:xfrm>
            <a:off x="815975" y="4133214"/>
            <a:ext cx="5187950" cy="1085850"/>
          </a:xfrm>
          <a:prstGeom prst="roundRect">
            <a:avLst>
              <a:gd name="adj" fmla="val 13743"/>
            </a:avLst>
          </a:prstGeom>
          <a:solidFill>
            <a:srgbClr val="FBFDF9"/>
          </a:solidFill>
          <a:ln w="6350">
            <a:solidFill>
              <a:srgbClr val="D3E6CC"/>
            </a:solidFill>
            <a:prstDash val="solid"/>
          </a:ln>
        </p:spPr>
        <p:txBody>
          <a:bodyPr/>
          <a:lstStyle/>
          <a:p>
            <a:endParaRPr lang="en-US">
              <a:latin typeface="+mj-lt"/>
            </a:endParaRPr>
          </a:p>
        </p:txBody>
      </p:sp>
      <p:pic>
        <p:nvPicPr>
          <p:cNvPr id="13" name="Image 2" descr="Chat"/>
          <p:cNvPicPr>
            <a:picLocks noChangeAspect="1"/>
          </p:cNvPicPr>
          <p:nvPr/>
        </p:nvPicPr>
        <p:blipFill>
          <a:blip r:embed="rId5"/>
          <a:srcRect/>
          <a:stretch/>
        </p:blipFill>
        <p:spPr>
          <a:xfrm>
            <a:off x="1071880" y="4472939"/>
            <a:ext cx="406400" cy="406400"/>
          </a:xfrm>
          <a:prstGeom prst="rect">
            <a:avLst/>
          </a:prstGeom>
        </p:spPr>
      </p:pic>
      <p:sp>
        <p:nvSpPr>
          <p:cNvPr id="14" name="Text 9"/>
          <p:cNvSpPr/>
          <p:nvPr/>
        </p:nvSpPr>
        <p:spPr>
          <a:xfrm>
            <a:off x="1656080" y="4389121"/>
            <a:ext cx="4011370"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0260F"/>
                </a:solidFill>
                <a:latin typeface="+mj-lt"/>
                <a:ea typeface="Space Grotesk" pitchFamily="34" charset="-122"/>
                <a:cs typeface="Space Grotesk" pitchFamily="34" charset="-120"/>
              </a:rPr>
              <a:t>Questions about code</a:t>
            </a:r>
            <a:endParaRPr lang="en-US" sz="1800" dirty="0">
              <a:latin typeface="+mj-lt"/>
            </a:endParaRPr>
          </a:p>
        </p:txBody>
      </p:sp>
      <p:sp>
        <p:nvSpPr>
          <p:cNvPr id="15" name="Text 10"/>
          <p:cNvSpPr/>
          <p:nvPr/>
        </p:nvSpPr>
        <p:spPr>
          <a:xfrm>
            <a:off x="1656080" y="4714239"/>
            <a:ext cx="401137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6247"/>
                </a:solidFill>
                <a:latin typeface="+mj-lt"/>
                <a:ea typeface="Space Grotesk" pitchFamily="34" charset="-122"/>
                <a:cs typeface="Space Grotesk" pitchFamily="34" charset="-120"/>
              </a:rPr>
              <a:t>Ask in plain words, get answers from the repo</a:t>
            </a:r>
            <a:endParaRPr lang="en-US" sz="1400" dirty="0">
              <a:latin typeface="+mj-lt"/>
            </a:endParaRPr>
          </a:p>
        </p:txBody>
      </p:sp>
      <p:sp>
        <p:nvSpPr>
          <p:cNvPr id="16" name="Shape 11"/>
          <p:cNvSpPr/>
          <p:nvPr/>
        </p:nvSpPr>
        <p:spPr>
          <a:xfrm>
            <a:off x="6188075" y="4133214"/>
            <a:ext cx="5187950" cy="1085850"/>
          </a:xfrm>
          <a:prstGeom prst="roundRect">
            <a:avLst>
              <a:gd name="adj" fmla="val 13743"/>
            </a:avLst>
          </a:prstGeom>
          <a:solidFill>
            <a:srgbClr val="FBFDF9"/>
          </a:solidFill>
          <a:ln w="6350">
            <a:solidFill>
              <a:srgbClr val="D3E6CC"/>
            </a:solidFill>
            <a:prstDash val="solid"/>
          </a:ln>
        </p:spPr>
        <p:txBody>
          <a:bodyPr/>
          <a:lstStyle/>
          <a:p>
            <a:endParaRPr lang="en-US">
              <a:latin typeface="+mj-lt"/>
            </a:endParaRPr>
          </a:p>
        </p:txBody>
      </p:sp>
      <p:pic>
        <p:nvPicPr>
          <p:cNvPr id="17" name="Image 3" descr="Code"/>
          <p:cNvPicPr>
            <a:picLocks noChangeAspect="1"/>
          </p:cNvPicPr>
          <p:nvPr/>
        </p:nvPicPr>
        <p:blipFill>
          <a:blip r:embed="rId6"/>
          <a:srcRect/>
          <a:stretch/>
        </p:blipFill>
        <p:spPr>
          <a:xfrm>
            <a:off x="6443980" y="4472939"/>
            <a:ext cx="406400" cy="406400"/>
          </a:xfrm>
          <a:prstGeom prst="rect">
            <a:avLst/>
          </a:prstGeom>
        </p:spPr>
      </p:pic>
      <p:sp>
        <p:nvSpPr>
          <p:cNvPr id="18" name="Text 12"/>
          <p:cNvSpPr/>
          <p:nvPr/>
        </p:nvSpPr>
        <p:spPr>
          <a:xfrm>
            <a:off x="7028180" y="4389121"/>
            <a:ext cx="2836533"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0260F"/>
                </a:solidFill>
                <a:latin typeface="+mj-lt"/>
                <a:ea typeface="Space Grotesk" pitchFamily="34" charset="-122"/>
                <a:cs typeface="Space Grotesk" pitchFamily="34" charset="-120"/>
              </a:rPr>
              <a:t>In your tools</a:t>
            </a:r>
            <a:endParaRPr lang="en-US" sz="1800" dirty="0">
              <a:latin typeface="+mj-lt"/>
            </a:endParaRPr>
          </a:p>
        </p:txBody>
      </p:sp>
      <p:sp>
        <p:nvSpPr>
          <p:cNvPr id="19" name="Text 13"/>
          <p:cNvSpPr/>
          <p:nvPr/>
        </p:nvSpPr>
        <p:spPr>
          <a:xfrm>
            <a:off x="7028180" y="4714239"/>
            <a:ext cx="2836533"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6247"/>
                </a:solidFill>
                <a:latin typeface="+mj-lt"/>
                <a:ea typeface="Space Grotesk" pitchFamily="34" charset="-122"/>
                <a:cs typeface="Space Grotesk" pitchFamily="34" charset="-120"/>
              </a:rPr>
              <a:t>Terminal, VS Code, scripts and CI</a:t>
            </a:r>
            <a:endParaRPr lang="en-US" sz="1400" dirty="0">
              <a:latin typeface="+mj-lt"/>
            </a:endParaRPr>
          </a:p>
        </p:txBody>
      </p:sp>
      <p:sp>
        <p:nvSpPr>
          <p:cNvPr id="21" name="TextBox 20">
            <a:extLst>
              <a:ext uri="{FF2B5EF4-FFF2-40B4-BE49-F238E27FC236}">
                <a16:creationId xmlns:a16="http://schemas.microsoft.com/office/drawing/2014/main" id="{0D7BB22E-DBF2-35A5-6E99-35C607945E55}"/>
              </a:ext>
            </a:extLst>
          </p:cNvPr>
          <p:cNvSpPr txBox="1"/>
          <p:nvPr/>
        </p:nvSpPr>
        <p:spPr>
          <a:xfrm>
            <a:off x="812800" y="782876"/>
            <a:ext cx="2384425" cy="369332"/>
          </a:xfrm>
          <a:prstGeom prst="rect">
            <a:avLst/>
          </a:prstGeom>
          <a:noFill/>
        </p:spPr>
        <p:txBody>
          <a:bodyPr wrap="square" rtlCol="0">
            <a:spAutoFit/>
          </a:bodyPr>
          <a:lstStyle/>
          <a:p>
            <a:r>
              <a:rPr lang="en-US" b="1" dirty="0">
                <a:solidFill>
                  <a:srgbClr val="008A00"/>
                </a:solidFill>
                <a:latin typeface="+mj-lt"/>
              </a:rPr>
              <a:t>Where it helps?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812800" y="120396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kern="0" spc="-50" dirty="0">
                <a:solidFill>
                  <a:srgbClr val="3C454A"/>
                </a:solidFill>
                <a:latin typeface="+mj-lt"/>
                <a:ea typeface="Space Grotesk" pitchFamily="34" charset="-122"/>
                <a:cs typeface="Space Grotesk" pitchFamily="34" charset="-120"/>
              </a:rPr>
              <a:t>Everything in one menu</a:t>
            </a:r>
            <a:endParaRPr lang="en-US" sz="3600" dirty="0">
              <a:solidFill>
                <a:srgbClr val="3C454A"/>
              </a:solidFill>
              <a:latin typeface="+mj-lt"/>
            </a:endParaRPr>
          </a:p>
        </p:txBody>
      </p:sp>
      <p:sp>
        <p:nvSpPr>
          <p:cNvPr id="4" name="Shape 2"/>
          <p:cNvSpPr/>
          <p:nvPr/>
        </p:nvSpPr>
        <p:spPr>
          <a:xfrm>
            <a:off x="812800" y="2545082"/>
            <a:ext cx="3386614" cy="1661160"/>
          </a:xfrm>
          <a:prstGeom prst="roundRect">
            <a:avLst>
              <a:gd name="adj" fmla="val 9174"/>
            </a:avLst>
          </a:prstGeom>
          <a:solidFill>
            <a:srgbClr val="0B2A10"/>
          </a:solidFill>
          <a:ln/>
        </p:spPr>
        <p:txBody>
          <a:bodyPr/>
          <a:lstStyle/>
          <a:p>
            <a:endParaRPr lang="en-US" dirty="0">
              <a:latin typeface="+mj-lt"/>
            </a:endParaRPr>
          </a:p>
        </p:txBody>
      </p:sp>
      <p:pic>
        <p:nvPicPr>
          <p:cNvPr id="5" name="Image 0" descr="Search"/>
          <p:cNvPicPr>
            <a:picLocks noChangeAspect="1"/>
          </p:cNvPicPr>
          <p:nvPr/>
        </p:nvPicPr>
        <p:blipFill>
          <a:blip r:embed="rId3"/>
          <a:srcRect/>
          <a:stretch/>
        </p:blipFill>
        <p:spPr>
          <a:xfrm>
            <a:off x="1041400" y="2773682"/>
            <a:ext cx="304800" cy="304800"/>
          </a:xfrm>
          <a:prstGeom prst="rect">
            <a:avLst/>
          </a:prstGeom>
        </p:spPr>
      </p:pic>
      <p:sp>
        <p:nvSpPr>
          <p:cNvPr id="6" name="Text 3"/>
          <p:cNvSpPr/>
          <p:nvPr/>
        </p:nvSpPr>
        <p:spPr>
          <a:xfrm>
            <a:off x="1041400" y="3141982"/>
            <a:ext cx="3017296"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EEF7EA"/>
                </a:solidFill>
                <a:latin typeface="+mj-lt"/>
                <a:ea typeface="Space Grotesk" pitchFamily="34" charset="-122"/>
                <a:cs typeface="Space Grotesk" pitchFamily="34" charset="-120"/>
              </a:rPr>
              <a:t>Investigate a work item</a:t>
            </a:r>
            <a:endParaRPr lang="en-US" sz="1800" dirty="0">
              <a:latin typeface="+mj-lt"/>
            </a:endParaRPr>
          </a:p>
        </p:txBody>
      </p:sp>
      <p:sp>
        <p:nvSpPr>
          <p:cNvPr id="7" name="Text 4"/>
          <p:cNvSpPr/>
          <p:nvPr/>
        </p:nvSpPr>
        <p:spPr>
          <a:xfrm>
            <a:off x="1041400" y="3479800"/>
            <a:ext cx="3017296"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A9C7A3"/>
                </a:solidFill>
                <a:latin typeface="+mj-lt"/>
                <a:ea typeface="Space Grotesk" pitchFamily="34" charset="-122"/>
                <a:cs typeface="Space Grotesk" pitchFamily="34" charset="-120"/>
              </a:rPr>
              <a:t>Finds the code behind a ticket and writes a report</a:t>
            </a:r>
            <a:endParaRPr lang="en-US" sz="1400" dirty="0">
              <a:latin typeface="+mj-lt"/>
            </a:endParaRPr>
          </a:p>
        </p:txBody>
      </p:sp>
      <p:sp>
        <p:nvSpPr>
          <p:cNvPr id="8" name="Shape 5"/>
          <p:cNvSpPr/>
          <p:nvPr/>
        </p:nvSpPr>
        <p:spPr>
          <a:xfrm>
            <a:off x="4402614" y="2545082"/>
            <a:ext cx="3386693" cy="1661160"/>
          </a:xfrm>
          <a:prstGeom prst="roundRect">
            <a:avLst>
              <a:gd name="adj" fmla="val 9174"/>
            </a:avLst>
          </a:prstGeom>
          <a:solidFill>
            <a:srgbClr val="0B2A10"/>
          </a:solidFill>
          <a:ln/>
        </p:spPr>
        <p:txBody>
          <a:bodyPr/>
          <a:lstStyle/>
          <a:p>
            <a:endParaRPr lang="en-US">
              <a:latin typeface="+mj-lt"/>
            </a:endParaRPr>
          </a:p>
        </p:txBody>
      </p:sp>
      <p:pic>
        <p:nvPicPr>
          <p:cNvPr id="9" name="Image 1" descr="Book"/>
          <p:cNvPicPr>
            <a:picLocks noChangeAspect="1"/>
          </p:cNvPicPr>
          <p:nvPr/>
        </p:nvPicPr>
        <p:blipFill>
          <a:blip r:embed="rId4"/>
          <a:srcRect/>
          <a:stretch/>
        </p:blipFill>
        <p:spPr>
          <a:xfrm>
            <a:off x="4631214" y="2773682"/>
            <a:ext cx="304800" cy="304800"/>
          </a:xfrm>
          <a:prstGeom prst="rect">
            <a:avLst/>
          </a:prstGeom>
        </p:spPr>
      </p:pic>
      <p:sp>
        <p:nvSpPr>
          <p:cNvPr id="10" name="Text 6"/>
          <p:cNvSpPr/>
          <p:nvPr/>
        </p:nvSpPr>
        <p:spPr>
          <a:xfrm>
            <a:off x="4631214" y="3141982"/>
            <a:ext cx="3017378"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EEF7EA"/>
                </a:solidFill>
                <a:latin typeface="+mj-lt"/>
                <a:ea typeface="Space Grotesk" pitchFamily="34" charset="-122"/>
                <a:cs typeface="Space Grotesk" pitchFamily="34" charset="-120"/>
              </a:rPr>
              <a:t>Generate repository docs</a:t>
            </a:r>
            <a:endParaRPr lang="en-US" sz="1800" dirty="0">
              <a:latin typeface="+mj-lt"/>
            </a:endParaRPr>
          </a:p>
        </p:txBody>
      </p:sp>
      <p:sp>
        <p:nvSpPr>
          <p:cNvPr id="11" name="Text 7"/>
          <p:cNvSpPr/>
          <p:nvPr/>
        </p:nvSpPr>
        <p:spPr>
          <a:xfrm>
            <a:off x="4631214" y="3479800"/>
            <a:ext cx="3017378"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A9C7A3"/>
                </a:solidFill>
                <a:latin typeface="+mj-lt"/>
                <a:ea typeface="Space Grotesk" pitchFamily="34" charset="-122"/>
                <a:cs typeface="Space Grotesk" pitchFamily="34" charset="-120"/>
              </a:rPr>
              <a:t>Onboarding overview from real files and history</a:t>
            </a:r>
            <a:endParaRPr lang="en-US" sz="1400" dirty="0">
              <a:latin typeface="+mj-lt"/>
            </a:endParaRPr>
          </a:p>
        </p:txBody>
      </p:sp>
      <p:sp>
        <p:nvSpPr>
          <p:cNvPr id="12" name="Shape 8"/>
          <p:cNvSpPr/>
          <p:nvPr/>
        </p:nvSpPr>
        <p:spPr>
          <a:xfrm>
            <a:off x="7992507" y="2545082"/>
            <a:ext cx="3386693" cy="1661160"/>
          </a:xfrm>
          <a:prstGeom prst="roundRect">
            <a:avLst>
              <a:gd name="adj" fmla="val 9174"/>
            </a:avLst>
          </a:prstGeom>
          <a:solidFill>
            <a:srgbClr val="0B2A10"/>
          </a:solidFill>
          <a:ln/>
        </p:spPr>
        <p:txBody>
          <a:bodyPr/>
          <a:lstStyle/>
          <a:p>
            <a:endParaRPr lang="en-US">
              <a:latin typeface="+mj-lt"/>
            </a:endParaRPr>
          </a:p>
        </p:txBody>
      </p:sp>
      <p:pic>
        <p:nvPicPr>
          <p:cNvPr id="13" name="Image 2" descr="Chat"/>
          <p:cNvPicPr>
            <a:picLocks noChangeAspect="1"/>
          </p:cNvPicPr>
          <p:nvPr/>
        </p:nvPicPr>
        <p:blipFill>
          <a:blip r:embed="rId5"/>
          <a:srcRect/>
          <a:stretch/>
        </p:blipFill>
        <p:spPr>
          <a:xfrm>
            <a:off x="8221107" y="2773682"/>
            <a:ext cx="304800" cy="304800"/>
          </a:xfrm>
          <a:prstGeom prst="rect">
            <a:avLst/>
          </a:prstGeom>
        </p:spPr>
      </p:pic>
      <p:sp>
        <p:nvSpPr>
          <p:cNvPr id="14" name="Text 9"/>
          <p:cNvSpPr/>
          <p:nvPr/>
        </p:nvSpPr>
        <p:spPr>
          <a:xfrm>
            <a:off x="8221107" y="3141982"/>
            <a:ext cx="3017378"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EEF7EA"/>
                </a:solidFill>
                <a:latin typeface="+mj-lt"/>
                <a:ea typeface="Space Grotesk" pitchFamily="34" charset="-122"/>
                <a:cs typeface="Space Grotesk" pitchFamily="34" charset="-120"/>
              </a:rPr>
              <a:t>Ask about this code</a:t>
            </a:r>
            <a:endParaRPr lang="en-US" sz="1800" dirty="0">
              <a:latin typeface="+mj-lt"/>
            </a:endParaRPr>
          </a:p>
        </p:txBody>
      </p:sp>
      <p:sp>
        <p:nvSpPr>
          <p:cNvPr id="15" name="Text 10"/>
          <p:cNvSpPr/>
          <p:nvPr/>
        </p:nvSpPr>
        <p:spPr>
          <a:xfrm>
            <a:off x="8221107" y="3479800"/>
            <a:ext cx="3017378"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A9C7A3"/>
                </a:solidFill>
                <a:latin typeface="+mj-lt"/>
                <a:ea typeface="Space Grotesk" pitchFamily="34" charset="-122"/>
                <a:cs typeface="Space Grotesk" pitchFamily="34" charset="-120"/>
              </a:rPr>
              <a:t>Plain questions, it reads, searches and checks the repo</a:t>
            </a:r>
            <a:endParaRPr lang="en-US" sz="1400" dirty="0">
              <a:latin typeface="+mj-lt"/>
            </a:endParaRPr>
          </a:p>
        </p:txBody>
      </p:sp>
      <p:sp>
        <p:nvSpPr>
          <p:cNvPr id="16" name="Shape 11"/>
          <p:cNvSpPr/>
          <p:nvPr/>
        </p:nvSpPr>
        <p:spPr>
          <a:xfrm>
            <a:off x="815975" y="4387214"/>
            <a:ext cx="5226050" cy="773430"/>
          </a:xfrm>
          <a:prstGeom prst="roundRect">
            <a:avLst>
              <a:gd name="adj" fmla="val 16010"/>
            </a:avLst>
          </a:prstGeom>
          <a:solidFill>
            <a:srgbClr val="FBFDF9"/>
          </a:solidFill>
          <a:ln w="6350">
            <a:solidFill>
              <a:srgbClr val="D3E6CC"/>
            </a:solidFill>
            <a:prstDash val="solid"/>
          </a:ln>
        </p:spPr>
        <p:txBody>
          <a:bodyPr/>
          <a:lstStyle/>
          <a:p>
            <a:endParaRPr lang="en-US">
              <a:latin typeface="+mj-lt"/>
            </a:endParaRPr>
          </a:p>
        </p:txBody>
      </p:sp>
      <p:pic>
        <p:nvPicPr>
          <p:cNvPr id="17" name="Image 3" descr="Settings"/>
          <p:cNvPicPr>
            <a:picLocks noChangeAspect="1"/>
          </p:cNvPicPr>
          <p:nvPr/>
        </p:nvPicPr>
        <p:blipFill>
          <a:blip r:embed="rId6"/>
          <a:srcRect/>
          <a:stretch/>
        </p:blipFill>
        <p:spPr>
          <a:xfrm>
            <a:off x="1021080" y="4621532"/>
            <a:ext cx="304800" cy="304800"/>
          </a:xfrm>
          <a:prstGeom prst="rect">
            <a:avLst/>
          </a:prstGeom>
        </p:spPr>
      </p:pic>
      <p:sp>
        <p:nvSpPr>
          <p:cNvPr id="18" name="Text 12"/>
          <p:cNvSpPr/>
          <p:nvPr/>
        </p:nvSpPr>
        <p:spPr>
          <a:xfrm>
            <a:off x="1478280" y="4541521"/>
            <a:ext cx="4489399"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0260F"/>
                </a:solidFill>
                <a:latin typeface="+mj-lt"/>
                <a:ea typeface="Space Grotesk" pitchFamily="34" charset="-122"/>
                <a:cs typeface="Space Grotesk" pitchFamily="34" charset="-120"/>
              </a:rPr>
              <a:t>Set up this repository</a:t>
            </a:r>
            <a:endParaRPr lang="en-US" sz="1400" dirty="0">
              <a:latin typeface="+mj-lt"/>
            </a:endParaRPr>
          </a:p>
        </p:txBody>
      </p:sp>
      <p:sp>
        <p:nvSpPr>
          <p:cNvPr id="19" name="Text 13"/>
          <p:cNvSpPr/>
          <p:nvPr/>
        </p:nvSpPr>
        <p:spPr>
          <a:xfrm>
            <a:off x="1478280" y="4792982"/>
            <a:ext cx="4489399"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6247"/>
                </a:solidFill>
                <a:latin typeface="+mj-lt"/>
                <a:ea typeface="Space Grotesk" pitchFamily="34" charset="-122"/>
                <a:cs typeface="Space Grotesk" pitchFamily="34" charset="-120"/>
              </a:rPr>
              <a:t>Pick the Azure DevOps org and project, or paste its URL</a:t>
            </a:r>
            <a:endParaRPr lang="en-US" sz="1200" dirty="0">
              <a:latin typeface="+mj-lt"/>
            </a:endParaRPr>
          </a:p>
        </p:txBody>
      </p:sp>
      <p:sp>
        <p:nvSpPr>
          <p:cNvPr id="20" name="Shape 14"/>
          <p:cNvSpPr/>
          <p:nvPr/>
        </p:nvSpPr>
        <p:spPr>
          <a:xfrm>
            <a:off x="6149975" y="4387214"/>
            <a:ext cx="5226050" cy="773430"/>
          </a:xfrm>
          <a:prstGeom prst="roundRect">
            <a:avLst>
              <a:gd name="adj" fmla="val 16010"/>
            </a:avLst>
          </a:prstGeom>
          <a:solidFill>
            <a:srgbClr val="FBFDF9"/>
          </a:solidFill>
          <a:ln w="6350">
            <a:solidFill>
              <a:srgbClr val="D3E6CC"/>
            </a:solidFill>
            <a:prstDash val="solid"/>
          </a:ln>
        </p:spPr>
        <p:txBody>
          <a:bodyPr/>
          <a:lstStyle/>
          <a:p>
            <a:endParaRPr lang="en-US">
              <a:latin typeface="+mj-lt"/>
            </a:endParaRPr>
          </a:p>
        </p:txBody>
      </p:sp>
      <p:pic>
        <p:nvPicPr>
          <p:cNvPr id="21" name="Image 4" descr="Link"/>
          <p:cNvPicPr>
            <a:picLocks noChangeAspect="1"/>
          </p:cNvPicPr>
          <p:nvPr/>
        </p:nvPicPr>
        <p:blipFill>
          <a:blip r:embed="rId7"/>
          <a:srcRect/>
          <a:stretch/>
        </p:blipFill>
        <p:spPr>
          <a:xfrm>
            <a:off x="6355080" y="4621532"/>
            <a:ext cx="304800" cy="304800"/>
          </a:xfrm>
          <a:prstGeom prst="rect">
            <a:avLst/>
          </a:prstGeom>
        </p:spPr>
      </p:pic>
      <p:sp>
        <p:nvSpPr>
          <p:cNvPr id="22" name="Text 15"/>
          <p:cNvSpPr/>
          <p:nvPr/>
        </p:nvSpPr>
        <p:spPr>
          <a:xfrm>
            <a:off x="6812280" y="4541521"/>
            <a:ext cx="4489399"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0260F"/>
                </a:solidFill>
                <a:latin typeface="+mj-lt"/>
                <a:ea typeface="Space Grotesk" pitchFamily="34" charset="-122"/>
                <a:cs typeface="Space Grotesk" pitchFamily="34" charset="-120"/>
              </a:rPr>
              <a:t>Connect Azure DevOps</a:t>
            </a:r>
            <a:endParaRPr lang="en-US" sz="1400" dirty="0">
              <a:latin typeface="+mj-lt"/>
            </a:endParaRPr>
          </a:p>
        </p:txBody>
      </p:sp>
      <p:sp>
        <p:nvSpPr>
          <p:cNvPr id="23" name="Text 16"/>
          <p:cNvSpPr/>
          <p:nvPr/>
        </p:nvSpPr>
        <p:spPr>
          <a:xfrm>
            <a:off x="6812280" y="4792982"/>
            <a:ext cx="4489399"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6247"/>
                </a:solidFill>
                <a:latin typeface="+mj-lt"/>
                <a:ea typeface="Space Grotesk" pitchFamily="34" charset="-122"/>
                <a:cs typeface="Space Grotesk" pitchFamily="34" charset="-120"/>
              </a:rPr>
              <a:t>Save your email and access token once, for every repo</a:t>
            </a:r>
            <a:endParaRPr lang="en-US" sz="1200" dirty="0">
              <a:latin typeface="+mj-lt"/>
            </a:endParaRPr>
          </a:p>
        </p:txBody>
      </p:sp>
      <p:sp>
        <p:nvSpPr>
          <p:cNvPr id="24" name="Shape 17"/>
          <p:cNvSpPr/>
          <p:nvPr/>
        </p:nvSpPr>
        <p:spPr>
          <a:xfrm>
            <a:off x="815975" y="5268596"/>
            <a:ext cx="5226050" cy="773430"/>
          </a:xfrm>
          <a:prstGeom prst="roundRect">
            <a:avLst>
              <a:gd name="adj" fmla="val 16010"/>
            </a:avLst>
          </a:prstGeom>
          <a:solidFill>
            <a:srgbClr val="FBFDF9"/>
          </a:solidFill>
          <a:ln w="6350">
            <a:solidFill>
              <a:srgbClr val="D3E6CC"/>
            </a:solidFill>
            <a:prstDash val="solid"/>
          </a:ln>
        </p:spPr>
        <p:txBody>
          <a:bodyPr/>
          <a:lstStyle/>
          <a:p>
            <a:endParaRPr lang="en-US">
              <a:latin typeface="+mj-lt"/>
            </a:endParaRPr>
          </a:p>
        </p:txBody>
      </p:sp>
      <p:pic>
        <p:nvPicPr>
          <p:cNvPr id="25" name="Image 5" descr="Activity"/>
          <p:cNvPicPr>
            <a:picLocks noChangeAspect="1"/>
          </p:cNvPicPr>
          <p:nvPr/>
        </p:nvPicPr>
        <p:blipFill>
          <a:blip r:embed="rId8"/>
          <a:srcRect/>
          <a:stretch/>
        </p:blipFill>
        <p:spPr>
          <a:xfrm>
            <a:off x="1021080" y="5502911"/>
            <a:ext cx="304800" cy="304800"/>
          </a:xfrm>
          <a:prstGeom prst="rect">
            <a:avLst/>
          </a:prstGeom>
        </p:spPr>
      </p:pic>
      <p:sp>
        <p:nvSpPr>
          <p:cNvPr id="26" name="Text 18"/>
          <p:cNvSpPr/>
          <p:nvPr/>
        </p:nvSpPr>
        <p:spPr>
          <a:xfrm>
            <a:off x="1478280" y="5422900"/>
            <a:ext cx="4489399"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0260F"/>
                </a:solidFill>
                <a:latin typeface="+mj-lt"/>
                <a:ea typeface="Space Grotesk" pitchFamily="34" charset="-122"/>
                <a:cs typeface="Space Grotesk" pitchFamily="34" charset="-120"/>
              </a:rPr>
              <a:t>Check system health</a:t>
            </a:r>
            <a:endParaRPr lang="en-US" sz="1400" dirty="0">
              <a:latin typeface="+mj-lt"/>
            </a:endParaRPr>
          </a:p>
        </p:txBody>
      </p:sp>
      <p:sp>
        <p:nvSpPr>
          <p:cNvPr id="27" name="Text 19"/>
          <p:cNvSpPr/>
          <p:nvPr/>
        </p:nvSpPr>
        <p:spPr>
          <a:xfrm>
            <a:off x="1478280" y="5674361"/>
            <a:ext cx="4489399"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6247"/>
                </a:solidFill>
                <a:latin typeface="+mj-lt"/>
                <a:ea typeface="Space Grotesk" pitchFamily="34" charset="-122"/>
                <a:cs typeface="Space Grotesk" pitchFamily="34" charset="-120"/>
              </a:rPr>
              <a:t>Verifies tools, local AI and the Azure DevOps connection</a:t>
            </a:r>
            <a:endParaRPr lang="en-US" sz="1200" dirty="0">
              <a:latin typeface="+mj-lt"/>
            </a:endParaRPr>
          </a:p>
        </p:txBody>
      </p:sp>
      <p:sp>
        <p:nvSpPr>
          <p:cNvPr id="28" name="Shape 20"/>
          <p:cNvSpPr/>
          <p:nvPr/>
        </p:nvSpPr>
        <p:spPr>
          <a:xfrm>
            <a:off x="6149975" y="5268596"/>
            <a:ext cx="5226050" cy="773430"/>
          </a:xfrm>
          <a:prstGeom prst="roundRect">
            <a:avLst>
              <a:gd name="adj" fmla="val 16010"/>
            </a:avLst>
          </a:prstGeom>
          <a:solidFill>
            <a:srgbClr val="FBFDF9"/>
          </a:solidFill>
          <a:ln w="6350">
            <a:solidFill>
              <a:srgbClr val="D3E6CC"/>
            </a:solidFill>
            <a:prstDash val="solid"/>
          </a:ln>
        </p:spPr>
        <p:txBody>
          <a:bodyPr/>
          <a:lstStyle/>
          <a:p>
            <a:endParaRPr lang="en-US">
              <a:latin typeface="+mj-lt"/>
            </a:endParaRPr>
          </a:p>
        </p:txBody>
      </p:sp>
      <p:pic>
        <p:nvPicPr>
          <p:cNvPr id="29" name="Image 6" descr="Lightning"/>
          <p:cNvPicPr>
            <a:picLocks noChangeAspect="1"/>
          </p:cNvPicPr>
          <p:nvPr/>
        </p:nvPicPr>
        <p:blipFill>
          <a:blip r:embed="rId9"/>
          <a:srcRect/>
          <a:stretch/>
        </p:blipFill>
        <p:spPr>
          <a:xfrm>
            <a:off x="6355080" y="5502911"/>
            <a:ext cx="304800" cy="304800"/>
          </a:xfrm>
          <a:prstGeom prst="rect">
            <a:avLst/>
          </a:prstGeom>
        </p:spPr>
      </p:pic>
      <p:sp>
        <p:nvSpPr>
          <p:cNvPr id="30" name="Text 21"/>
          <p:cNvSpPr/>
          <p:nvPr/>
        </p:nvSpPr>
        <p:spPr>
          <a:xfrm>
            <a:off x="6812280" y="5422900"/>
            <a:ext cx="4489399"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0260F"/>
                </a:solidFill>
                <a:latin typeface="+mj-lt"/>
                <a:ea typeface="Space Grotesk" pitchFamily="34" charset="-122"/>
                <a:cs typeface="Space Grotesk" pitchFamily="34" charset="-120"/>
              </a:rPr>
              <a:t>Enable NPU / GPU acceleration</a:t>
            </a:r>
            <a:endParaRPr lang="en-US" sz="1400" dirty="0">
              <a:latin typeface="+mj-lt"/>
            </a:endParaRPr>
          </a:p>
        </p:txBody>
      </p:sp>
      <p:sp>
        <p:nvSpPr>
          <p:cNvPr id="31" name="Text 22"/>
          <p:cNvSpPr/>
          <p:nvPr/>
        </p:nvSpPr>
        <p:spPr>
          <a:xfrm>
            <a:off x="6812280" y="5674361"/>
            <a:ext cx="4489399"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6247"/>
                </a:solidFill>
                <a:latin typeface="+mj-lt"/>
                <a:ea typeface="Space Grotesk" pitchFamily="34" charset="-122"/>
                <a:cs typeface="Space Grotesk" pitchFamily="34" charset="-120"/>
              </a:rPr>
              <a:t>Installs chip runtimes so the AI runs faster</a:t>
            </a:r>
            <a:endParaRPr lang="en-US" sz="1200" dirty="0">
              <a:latin typeface="+mj-lt"/>
            </a:endParaRPr>
          </a:p>
        </p:txBody>
      </p:sp>
      <p:sp>
        <p:nvSpPr>
          <p:cNvPr id="33" name="TextBox 32">
            <a:extLst>
              <a:ext uri="{FF2B5EF4-FFF2-40B4-BE49-F238E27FC236}">
                <a16:creationId xmlns:a16="http://schemas.microsoft.com/office/drawing/2014/main" id="{9B64AD7F-1090-397F-5801-0AA99C5BBE95}"/>
              </a:ext>
            </a:extLst>
          </p:cNvPr>
          <p:cNvSpPr txBox="1"/>
          <p:nvPr/>
        </p:nvSpPr>
        <p:spPr>
          <a:xfrm>
            <a:off x="812800" y="787400"/>
            <a:ext cx="3048000" cy="369332"/>
          </a:xfrm>
          <a:prstGeom prst="rect">
            <a:avLst/>
          </a:prstGeom>
          <a:noFill/>
        </p:spPr>
        <p:txBody>
          <a:bodyPr wrap="square" rtlCol="0">
            <a:spAutoFit/>
          </a:bodyPr>
          <a:lstStyle/>
          <a:p>
            <a:r>
              <a:rPr lang="en-US" b="1" dirty="0" err="1">
                <a:solidFill>
                  <a:srgbClr val="008A00"/>
                </a:solidFill>
                <a:latin typeface="+mj-lt"/>
              </a:rPr>
              <a:t>TraceForge</a:t>
            </a:r>
            <a:r>
              <a:rPr lang="en-US" b="1" dirty="0">
                <a:solidFill>
                  <a:srgbClr val="008A00"/>
                </a:solidFill>
                <a:latin typeface="+mj-lt"/>
              </a:rPr>
              <a:t> features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785994" y="59583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kern="0" spc="-50" dirty="0">
                <a:solidFill>
                  <a:srgbClr val="3C454A"/>
                </a:solidFill>
                <a:latin typeface="Space Grotesk" pitchFamily="34" charset="0"/>
                <a:ea typeface="Space Grotesk" pitchFamily="34" charset="-122"/>
                <a:cs typeface="Space Grotesk" pitchFamily="34" charset="-120"/>
              </a:rPr>
              <a:t>From question to answer in one command</a:t>
            </a:r>
            <a:endParaRPr lang="en-US" sz="3600" dirty="0">
              <a:solidFill>
                <a:srgbClr val="3C454A"/>
              </a:solidFill>
            </a:endParaRPr>
          </a:p>
        </p:txBody>
      </p:sp>
      <p:sp>
        <p:nvSpPr>
          <p:cNvPr id="14" name="TextBox 13">
            <a:extLst>
              <a:ext uri="{FF2B5EF4-FFF2-40B4-BE49-F238E27FC236}">
                <a16:creationId xmlns:a16="http://schemas.microsoft.com/office/drawing/2014/main" id="{7459FCA5-E60D-AC8A-7BD4-F190E3DB668D}"/>
              </a:ext>
            </a:extLst>
          </p:cNvPr>
          <p:cNvSpPr txBox="1"/>
          <p:nvPr/>
        </p:nvSpPr>
        <p:spPr>
          <a:xfrm>
            <a:off x="785994" y="270747"/>
            <a:ext cx="2384425" cy="369332"/>
          </a:xfrm>
          <a:prstGeom prst="rect">
            <a:avLst/>
          </a:prstGeom>
          <a:noFill/>
        </p:spPr>
        <p:txBody>
          <a:bodyPr wrap="square" rtlCol="0">
            <a:spAutoFit/>
          </a:bodyPr>
          <a:lstStyle/>
          <a:p>
            <a:r>
              <a:rPr lang="en-US" b="1" dirty="0">
                <a:solidFill>
                  <a:srgbClr val="008A00"/>
                </a:solidFill>
              </a:rPr>
              <a:t>Demo</a:t>
            </a:r>
          </a:p>
        </p:txBody>
      </p:sp>
      <p:pic>
        <p:nvPicPr>
          <p:cNvPr id="57" name="Picture 56">
            <a:extLst>
              <a:ext uri="{FF2B5EF4-FFF2-40B4-BE49-F238E27FC236}">
                <a16:creationId xmlns:a16="http://schemas.microsoft.com/office/drawing/2014/main" id="{D060984D-0830-1306-5EA7-788756C8CDF0}"/>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9416" y="1219937"/>
            <a:ext cx="7916520" cy="3151757"/>
          </a:xfrm>
          <a:prstGeom prst="rect">
            <a:avLst/>
          </a:prstGeom>
        </p:spPr>
      </p:pic>
      <p:pic>
        <p:nvPicPr>
          <p:cNvPr id="58" name="Picture 57">
            <a:extLst>
              <a:ext uri="{FF2B5EF4-FFF2-40B4-BE49-F238E27FC236}">
                <a16:creationId xmlns:a16="http://schemas.microsoft.com/office/drawing/2014/main" id="{4AB67CF6-EDFC-04F9-D048-126D19370614}"/>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724765" y="3693468"/>
            <a:ext cx="7529860" cy="2664291"/>
          </a:xfrm>
          <a:prstGeom prst="rect">
            <a:avLst/>
          </a:prstGeom>
        </p:spPr>
      </p:pic>
      <p:pic>
        <p:nvPicPr>
          <p:cNvPr id="59" name="Picture 58">
            <a:extLst>
              <a:ext uri="{FF2B5EF4-FFF2-40B4-BE49-F238E27FC236}">
                <a16:creationId xmlns:a16="http://schemas.microsoft.com/office/drawing/2014/main" id="{54F76D08-9451-2401-B769-8A6499410993}"/>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5126613" y="1127182"/>
            <a:ext cx="7027335" cy="324451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812800" y="1280164"/>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kern="0" spc="-50" dirty="0">
                <a:solidFill>
                  <a:srgbClr val="3C454A"/>
                </a:solidFill>
                <a:latin typeface="Space Grotesk" pitchFamily="34" charset="0"/>
                <a:ea typeface="Space Grotesk" pitchFamily="34" charset="-122"/>
                <a:cs typeface="Space Grotesk" pitchFamily="34" charset="-120"/>
              </a:rPr>
              <a:t>What works today, what's next</a:t>
            </a:r>
            <a:endParaRPr lang="en-US" sz="3600" dirty="0">
              <a:solidFill>
                <a:srgbClr val="3C454A"/>
              </a:solidFill>
            </a:endParaRPr>
          </a:p>
        </p:txBody>
      </p:sp>
      <p:sp>
        <p:nvSpPr>
          <p:cNvPr id="4" name="Shape 2"/>
          <p:cNvSpPr/>
          <p:nvPr/>
        </p:nvSpPr>
        <p:spPr>
          <a:xfrm>
            <a:off x="815975" y="2959738"/>
            <a:ext cx="3383677" cy="2726685"/>
          </a:xfrm>
          <a:prstGeom prst="roundRect">
            <a:avLst>
              <a:gd name="adj" fmla="val 6900"/>
            </a:avLst>
          </a:prstGeom>
          <a:solidFill>
            <a:srgbClr val="FBFDF9"/>
          </a:solidFill>
          <a:ln w="6350">
            <a:solidFill>
              <a:srgbClr val="D3E6CC"/>
            </a:solidFill>
            <a:prstDash val="solid"/>
          </a:ln>
        </p:spPr>
        <p:txBody>
          <a:bodyPr/>
          <a:lstStyle/>
          <a:p>
            <a:endParaRPr lang="en-US"/>
          </a:p>
        </p:txBody>
      </p:sp>
      <p:sp>
        <p:nvSpPr>
          <p:cNvPr id="5" name="Text 3"/>
          <p:cNvSpPr/>
          <p:nvPr/>
        </p:nvSpPr>
        <p:spPr>
          <a:xfrm>
            <a:off x="1122680" y="3266442"/>
            <a:ext cx="2853375"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B7D10"/>
                </a:solidFill>
                <a:latin typeface="Space Grotesk" pitchFamily="34" charset="0"/>
                <a:ea typeface="Space Grotesk" pitchFamily="34" charset="-122"/>
                <a:cs typeface="Space Grotesk" pitchFamily="34" charset="-120"/>
              </a:rPr>
              <a:t>Works today</a:t>
            </a:r>
            <a:endParaRPr lang="en-US" sz="2000" dirty="0"/>
          </a:p>
        </p:txBody>
      </p:sp>
      <p:sp>
        <p:nvSpPr>
          <p:cNvPr id="6" name="Text 4"/>
          <p:cNvSpPr/>
          <p:nvPr/>
        </p:nvSpPr>
        <p:spPr>
          <a:xfrm>
            <a:off x="1122680" y="3672842"/>
            <a:ext cx="2853375" cy="1168400"/>
          </a:xfrm>
          <a:prstGeom prst="rect">
            <a:avLst/>
          </a:prstGeom>
          <a:noFill/>
          <a:ln/>
        </p:spPr>
        <p:txBody>
          <a:bodyPr wrap="square" lIns="0" tIns="0" rIns="0" bIns="0" rtlCol="0" anchor="t">
            <a:normAutofit/>
          </a:bodyPr>
          <a:lstStyle/>
          <a:p>
            <a:pPr marL="228600" indent="-182880" algn="l">
              <a:lnSpc>
                <a:spcPts val="2250"/>
              </a:lnSpc>
              <a:buSzPct val="100000"/>
              <a:buChar char="•"/>
            </a:pPr>
            <a:r>
              <a:rPr lang="en-US" sz="1500" dirty="0">
                <a:solidFill>
                  <a:srgbClr val="10260F"/>
                </a:solidFill>
                <a:latin typeface="Space Grotesk" pitchFamily="34" charset="0"/>
                <a:ea typeface="Space Grotesk" pitchFamily="34" charset="-122"/>
                <a:cs typeface="Space Grotesk" pitchFamily="34" charset="-120"/>
              </a:rPr>
              <a:t>Investigation of docs and ask</a:t>
            </a:r>
            <a:endParaRPr lang="en-US" sz="1500" dirty="0"/>
          </a:p>
          <a:p>
            <a:pPr marL="228600" indent="-182880" algn="l">
              <a:lnSpc>
                <a:spcPts val="2250"/>
              </a:lnSpc>
              <a:buSzPct val="100000"/>
              <a:buChar char="•"/>
            </a:pPr>
            <a:r>
              <a:rPr lang="en-US" sz="1500" dirty="0">
                <a:solidFill>
                  <a:srgbClr val="10260F"/>
                </a:solidFill>
                <a:latin typeface="Space Grotesk" pitchFamily="34" charset="0"/>
                <a:ea typeface="Space Grotesk" pitchFamily="34" charset="-122"/>
                <a:cs typeface="Space Grotesk" pitchFamily="34" charset="-120"/>
              </a:rPr>
              <a:t>Runs locally on NPU, </a:t>
            </a:r>
            <a:r>
              <a:rPr lang="en-US" sz="1500" dirty="0" err="1">
                <a:solidFill>
                  <a:srgbClr val="10260F"/>
                </a:solidFill>
                <a:latin typeface="Space Grotesk" pitchFamily="34" charset="0"/>
                <a:ea typeface="Space Grotesk" pitchFamily="34" charset="-122"/>
                <a:cs typeface="Space Grotesk" pitchFamily="34" charset="-120"/>
              </a:rPr>
              <a:t>Copilot+PC</a:t>
            </a:r>
            <a:endParaRPr lang="en-US" sz="1500" dirty="0"/>
          </a:p>
          <a:p>
            <a:pPr marL="228600" indent="-182880" algn="l">
              <a:lnSpc>
                <a:spcPts val="2250"/>
              </a:lnSpc>
              <a:buSzPct val="100000"/>
              <a:buChar char="•"/>
            </a:pPr>
            <a:r>
              <a:rPr lang="en-US" sz="1500" dirty="0">
                <a:solidFill>
                  <a:srgbClr val="10260F"/>
                </a:solidFill>
                <a:latin typeface="Space Grotesk" pitchFamily="34" charset="0"/>
                <a:ea typeface="Space Grotesk" pitchFamily="34" charset="-122"/>
                <a:cs typeface="Space Grotesk" pitchFamily="34" charset="-120"/>
              </a:rPr>
              <a:t>VS Code tasks and MCP server</a:t>
            </a:r>
          </a:p>
          <a:p>
            <a:pPr marL="228600" indent="-182880" algn="l">
              <a:lnSpc>
                <a:spcPts val="2250"/>
              </a:lnSpc>
              <a:buSzPct val="100000"/>
              <a:buChar char="•"/>
            </a:pPr>
            <a:r>
              <a:rPr lang="en-US" sz="1500" dirty="0">
                <a:solidFill>
                  <a:srgbClr val="10260F"/>
                </a:solidFill>
                <a:latin typeface="Space Grotesk" pitchFamily="34" charset="0"/>
                <a:ea typeface="Space Grotesk" pitchFamily="34" charset="-122"/>
              </a:rPr>
              <a:t>Can use Git tools</a:t>
            </a:r>
            <a:endParaRPr lang="en-US" sz="1500" dirty="0"/>
          </a:p>
        </p:txBody>
      </p:sp>
      <p:sp>
        <p:nvSpPr>
          <p:cNvPr id="7" name="Shape 5"/>
          <p:cNvSpPr/>
          <p:nvPr/>
        </p:nvSpPr>
        <p:spPr>
          <a:xfrm>
            <a:off x="4409202" y="2959738"/>
            <a:ext cx="3383756" cy="2729861"/>
          </a:xfrm>
          <a:prstGeom prst="roundRect">
            <a:avLst>
              <a:gd name="adj" fmla="val 6900"/>
            </a:avLst>
          </a:prstGeom>
          <a:solidFill>
            <a:srgbClr val="FBFDF9"/>
          </a:solidFill>
          <a:ln w="6350">
            <a:solidFill>
              <a:srgbClr val="D3E6CC"/>
            </a:solidFill>
            <a:prstDash val="solid"/>
          </a:ln>
        </p:spPr>
        <p:txBody>
          <a:bodyPr/>
          <a:lstStyle/>
          <a:p>
            <a:endParaRPr lang="en-US"/>
          </a:p>
        </p:txBody>
      </p:sp>
      <p:sp>
        <p:nvSpPr>
          <p:cNvPr id="8" name="Text 6"/>
          <p:cNvSpPr/>
          <p:nvPr/>
        </p:nvSpPr>
        <p:spPr>
          <a:xfrm>
            <a:off x="4715907" y="3266442"/>
            <a:ext cx="2853457"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0260F"/>
                </a:solidFill>
                <a:latin typeface="Space Grotesk" pitchFamily="34" charset="0"/>
                <a:ea typeface="Space Grotesk" pitchFamily="34" charset="-122"/>
                <a:cs typeface="Space Grotesk" pitchFamily="34" charset="-120"/>
              </a:rPr>
              <a:t>Known limits</a:t>
            </a:r>
            <a:endParaRPr lang="en-US" sz="2000" dirty="0"/>
          </a:p>
        </p:txBody>
      </p:sp>
      <p:sp>
        <p:nvSpPr>
          <p:cNvPr id="9" name="Text 7"/>
          <p:cNvSpPr/>
          <p:nvPr/>
        </p:nvSpPr>
        <p:spPr>
          <a:xfrm>
            <a:off x="4715907" y="3672842"/>
            <a:ext cx="2853457" cy="1904994"/>
          </a:xfrm>
          <a:prstGeom prst="rect">
            <a:avLst/>
          </a:prstGeom>
          <a:noFill/>
          <a:ln/>
        </p:spPr>
        <p:txBody>
          <a:bodyPr wrap="square" lIns="0" tIns="0" rIns="0" bIns="0" rtlCol="0" anchor="t">
            <a:normAutofit/>
          </a:bodyPr>
          <a:lstStyle/>
          <a:p>
            <a:pPr marL="228600" indent="-182880" algn="l">
              <a:lnSpc>
                <a:spcPts val="2250"/>
              </a:lnSpc>
              <a:buSzPct val="100000"/>
              <a:buChar char="•"/>
            </a:pPr>
            <a:r>
              <a:rPr lang="en-US" sz="1500" dirty="0">
                <a:solidFill>
                  <a:srgbClr val="4A6247"/>
                </a:solidFill>
                <a:latin typeface="Space Grotesk" pitchFamily="34" charset="0"/>
                <a:ea typeface="Space Grotesk" pitchFamily="34" charset="-122"/>
                <a:cs typeface="Space Grotesk" pitchFamily="34" charset="-120"/>
              </a:rPr>
              <a:t>Small model can make mistakes</a:t>
            </a:r>
          </a:p>
          <a:p>
            <a:pPr marL="228600" indent="-182880" algn="l">
              <a:lnSpc>
                <a:spcPts val="2250"/>
              </a:lnSpc>
              <a:buSzPct val="100000"/>
              <a:buChar char="•"/>
            </a:pPr>
            <a:r>
              <a:rPr lang="en-US" sz="1500" dirty="0">
                <a:solidFill>
                  <a:srgbClr val="4A6247"/>
                </a:solidFill>
                <a:latin typeface="Space Grotesk" pitchFamily="34" charset="0"/>
                <a:ea typeface="Space Grotesk" pitchFamily="34" charset="-122"/>
              </a:rPr>
              <a:t>Token window is not so big</a:t>
            </a:r>
          </a:p>
          <a:p>
            <a:pPr marL="228600" indent="-182880" algn="l">
              <a:lnSpc>
                <a:spcPts val="2250"/>
              </a:lnSpc>
              <a:buSzPct val="100000"/>
              <a:buChar char="•"/>
            </a:pPr>
            <a:r>
              <a:rPr lang="en-US" sz="1500" dirty="0">
                <a:solidFill>
                  <a:srgbClr val="4A6247"/>
                </a:solidFill>
                <a:latin typeface="Space Grotesk" pitchFamily="34" charset="0"/>
                <a:ea typeface="Space Grotesk" pitchFamily="34" charset="-122"/>
              </a:rPr>
              <a:t>Sometimes it might take long time to generate answer on big repo</a:t>
            </a:r>
            <a:endParaRPr lang="en-US" sz="1500" dirty="0"/>
          </a:p>
        </p:txBody>
      </p:sp>
      <p:sp>
        <p:nvSpPr>
          <p:cNvPr id="10" name="Shape 8"/>
          <p:cNvSpPr/>
          <p:nvPr/>
        </p:nvSpPr>
        <p:spPr>
          <a:xfrm>
            <a:off x="7999333" y="2956563"/>
            <a:ext cx="3379867" cy="2729861"/>
          </a:xfrm>
          <a:prstGeom prst="roundRect">
            <a:avLst>
              <a:gd name="adj" fmla="val 7026"/>
            </a:avLst>
          </a:prstGeom>
          <a:solidFill>
            <a:srgbClr val="0B2A10"/>
          </a:solidFill>
          <a:ln/>
        </p:spPr>
        <p:txBody>
          <a:bodyPr/>
          <a:lstStyle/>
          <a:p>
            <a:endParaRPr lang="en-US"/>
          </a:p>
        </p:txBody>
      </p:sp>
      <p:sp>
        <p:nvSpPr>
          <p:cNvPr id="11" name="Text 9"/>
          <p:cNvSpPr/>
          <p:nvPr/>
        </p:nvSpPr>
        <p:spPr>
          <a:xfrm>
            <a:off x="8304133" y="3261364"/>
            <a:ext cx="2853375"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5FD03A"/>
                </a:solidFill>
                <a:latin typeface="Space Grotesk" pitchFamily="34" charset="0"/>
                <a:ea typeface="Space Grotesk" pitchFamily="34" charset="-122"/>
                <a:cs typeface="Space Grotesk" pitchFamily="34" charset="-120"/>
              </a:rPr>
              <a:t>Next</a:t>
            </a:r>
            <a:endParaRPr lang="en-US" sz="2000" dirty="0"/>
          </a:p>
        </p:txBody>
      </p:sp>
      <p:sp>
        <p:nvSpPr>
          <p:cNvPr id="12" name="Text 10"/>
          <p:cNvSpPr/>
          <p:nvPr/>
        </p:nvSpPr>
        <p:spPr>
          <a:xfrm>
            <a:off x="8304133" y="3667764"/>
            <a:ext cx="2853375" cy="1168400"/>
          </a:xfrm>
          <a:prstGeom prst="rect">
            <a:avLst/>
          </a:prstGeom>
          <a:noFill/>
          <a:ln/>
        </p:spPr>
        <p:txBody>
          <a:bodyPr wrap="square" lIns="0" tIns="0" rIns="0" bIns="0" rtlCol="0" anchor="t">
            <a:normAutofit/>
          </a:bodyPr>
          <a:lstStyle/>
          <a:p>
            <a:pPr marL="228600" indent="-182880" algn="l">
              <a:lnSpc>
                <a:spcPts val="2250"/>
              </a:lnSpc>
              <a:buSzPct val="100000"/>
              <a:buChar char="•"/>
            </a:pPr>
            <a:r>
              <a:rPr lang="en-US" sz="1500" dirty="0">
                <a:solidFill>
                  <a:srgbClr val="EEF7EA"/>
                </a:solidFill>
                <a:latin typeface="Space Grotesk" pitchFamily="34" charset="0"/>
                <a:ea typeface="Space Grotesk" pitchFamily="34" charset="-122"/>
                <a:cs typeface="Space Grotesk" pitchFamily="34" charset="-120"/>
              </a:rPr>
              <a:t>Bigger, smarter local models</a:t>
            </a:r>
          </a:p>
          <a:p>
            <a:pPr marL="228600" indent="-182880" algn="l">
              <a:lnSpc>
                <a:spcPts val="2250"/>
              </a:lnSpc>
              <a:buSzPct val="100000"/>
              <a:buChar char="•"/>
            </a:pPr>
            <a:r>
              <a:rPr lang="en-US" sz="1500" dirty="0">
                <a:solidFill>
                  <a:srgbClr val="EEF7EA"/>
                </a:solidFill>
                <a:latin typeface="Space Grotesk" pitchFamily="34" charset="0"/>
                <a:ea typeface="Space Grotesk" pitchFamily="34" charset="-122"/>
              </a:rPr>
              <a:t>More features</a:t>
            </a:r>
            <a:endParaRPr lang="en-US" sz="1500" dirty="0"/>
          </a:p>
        </p:txBody>
      </p:sp>
      <p:sp>
        <p:nvSpPr>
          <p:cNvPr id="14" name="TextBox 13">
            <a:extLst>
              <a:ext uri="{FF2B5EF4-FFF2-40B4-BE49-F238E27FC236}">
                <a16:creationId xmlns:a16="http://schemas.microsoft.com/office/drawing/2014/main" id="{FAAA7EEB-9C0A-801C-E756-9814BB363057}"/>
              </a:ext>
            </a:extLst>
          </p:cNvPr>
          <p:cNvSpPr txBox="1"/>
          <p:nvPr/>
        </p:nvSpPr>
        <p:spPr>
          <a:xfrm>
            <a:off x="812800" y="787400"/>
            <a:ext cx="2971800" cy="369332"/>
          </a:xfrm>
          <a:prstGeom prst="rect">
            <a:avLst/>
          </a:prstGeom>
          <a:noFill/>
        </p:spPr>
        <p:txBody>
          <a:bodyPr wrap="square" rtlCol="0">
            <a:spAutoFit/>
          </a:bodyPr>
          <a:lstStyle/>
          <a:p>
            <a:r>
              <a:rPr lang="en-US" b="1" dirty="0">
                <a:solidFill>
                  <a:srgbClr val="008A00"/>
                </a:solidFill>
                <a:latin typeface="+mj-lt"/>
              </a:rPr>
              <a:t>What do we have today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812800" y="1280164"/>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kern="0" spc="-50" dirty="0">
                <a:solidFill>
                  <a:srgbClr val="3C454A"/>
                </a:solidFill>
                <a:latin typeface="Space Grotesk" pitchFamily="34" charset="0"/>
                <a:ea typeface="Space Grotesk" pitchFamily="34" charset="-122"/>
                <a:cs typeface="Space Grotesk" pitchFamily="34" charset="-120"/>
              </a:rPr>
              <a:t>TraceForge in four answers</a:t>
            </a:r>
            <a:endParaRPr lang="en-US" sz="3600" dirty="0">
              <a:solidFill>
                <a:srgbClr val="3C454A"/>
              </a:solidFill>
            </a:endParaRPr>
          </a:p>
        </p:txBody>
      </p:sp>
      <p:sp>
        <p:nvSpPr>
          <p:cNvPr id="4" name="Shape 2"/>
          <p:cNvSpPr/>
          <p:nvPr/>
        </p:nvSpPr>
        <p:spPr>
          <a:xfrm>
            <a:off x="815975" y="2207900"/>
            <a:ext cx="5187950" cy="1924047"/>
          </a:xfrm>
          <a:prstGeom prst="roundRect">
            <a:avLst>
              <a:gd name="adj" fmla="val 9800"/>
            </a:avLst>
          </a:prstGeom>
          <a:solidFill>
            <a:srgbClr val="133A19"/>
          </a:solidFill>
          <a:ln w="6350">
            <a:solidFill>
              <a:srgbClr val="24542B"/>
            </a:solidFill>
            <a:prstDash val="solid"/>
          </a:ln>
        </p:spPr>
        <p:txBody>
          <a:bodyPr/>
          <a:lstStyle/>
          <a:p>
            <a:endParaRPr lang="en-US" dirty="0"/>
          </a:p>
        </p:txBody>
      </p:sp>
      <p:sp>
        <p:nvSpPr>
          <p:cNvPr id="5" name="Text 3"/>
          <p:cNvSpPr/>
          <p:nvPr/>
        </p:nvSpPr>
        <p:spPr>
          <a:xfrm>
            <a:off x="1122680" y="2484122"/>
            <a:ext cx="4711776"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5FD03A"/>
                </a:solidFill>
                <a:latin typeface="Space Grotesk" pitchFamily="34" charset="0"/>
                <a:ea typeface="Space Grotesk" pitchFamily="34" charset="-122"/>
                <a:cs typeface="Space Grotesk" pitchFamily="34" charset="-120"/>
              </a:rPr>
              <a:t>What?</a:t>
            </a:r>
            <a:endParaRPr lang="en-US" sz="1800" dirty="0"/>
          </a:p>
        </p:txBody>
      </p:sp>
      <p:sp>
        <p:nvSpPr>
          <p:cNvPr id="6" name="Text 4"/>
          <p:cNvSpPr/>
          <p:nvPr/>
        </p:nvSpPr>
        <p:spPr>
          <a:xfrm>
            <a:off x="1122680" y="2860042"/>
            <a:ext cx="4389120" cy="1068491"/>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EEF7EA"/>
                </a:solidFill>
                <a:latin typeface="Space Grotesk" pitchFamily="34" charset="0"/>
                <a:ea typeface="Space Grotesk" pitchFamily="34" charset="-122"/>
                <a:cs typeface="Space Grotesk" pitchFamily="34" charset="-120"/>
              </a:rPr>
              <a:t>A local AI assistant for understanding any project, from work items and wikis to code. </a:t>
            </a:r>
          </a:p>
          <a:p>
            <a:pPr marL="0" indent="0" algn="l">
              <a:lnSpc>
                <a:spcPts val="2100"/>
              </a:lnSpc>
              <a:buNone/>
            </a:pPr>
            <a:r>
              <a:rPr lang="en-US" sz="1500" dirty="0">
                <a:solidFill>
                  <a:srgbClr val="EEF7EA"/>
                </a:solidFill>
                <a:latin typeface="Space Grotesk" pitchFamily="34" charset="0"/>
                <a:ea typeface="Space Grotesk" pitchFamily="34" charset="-122"/>
                <a:cs typeface="Space Grotesk" pitchFamily="34" charset="-120"/>
              </a:rPr>
              <a:t>From "new here" to "I get it", with AI that never leaves your machine.</a:t>
            </a:r>
            <a:endParaRPr lang="en-US" sz="1500" dirty="0"/>
          </a:p>
        </p:txBody>
      </p:sp>
      <p:sp>
        <p:nvSpPr>
          <p:cNvPr id="7" name="Shape 5"/>
          <p:cNvSpPr/>
          <p:nvPr/>
        </p:nvSpPr>
        <p:spPr>
          <a:xfrm>
            <a:off x="6188075" y="2207900"/>
            <a:ext cx="5187950" cy="1924047"/>
          </a:xfrm>
          <a:prstGeom prst="roundRect">
            <a:avLst>
              <a:gd name="adj" fmla="val 9800"/>
            </a:avLst>
          </a:prstGeom>
          <a:solidFill>
            <a:srgbClr val="133A19"/>
          </a:solidFill>
          <a:ln w="6350">
            <a:solidFill>
              <a:srgbClr val="24542B"/>
            </a:solidFill>
            <a:prstDash val="solid"/>
          </a:ln>
        </p:spPr>
        <p:txBody>
          <a:bodyPr/>
          <a:lstStyle/>
          <a:p>
            <a:endParaRPr lang="en-US"/>
          </a:p>
        </p:txBody>
      </p:sp>
      <p:sp>
        <p:nvSpPr>
          <p:cNvPr id="8" name="Text 6"/>
          <p:cNvSpPr/>
          <p:nvPr/>
        </p:nvSpPr>
        <p:spPr>
          <a:xfrm>
            <a:off x="6494780" y="2484122"/>
            <a:ext cx="4711776"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5FD03A"/>
                </a:solidFill>
                <a:latin typeface="Space Grotesk" pitchFamily="34" charset="0"/>
                <a:ea typeface="Space Grotesk" pitchFamily="34" charset="-122"/>
                <a:cs typeface="Space Grotesk" pitchFamily="34" charset="-120"/>
              </a:rPr>
              <a:t>Why?</a:t>
            </a:r>
            <a:endParaRPr lang="en-US" sz="1800" dirty="0"/>
          </a:p>
        </p:txBody>
      </p:sp>
      <p:sp>
        <p:nvSpPr>
          <p:cNvPr id="9" name="Text 7"/>
          <p:cNvSpPr/>
          <p:nvPr/>
        </p:nvSpPr>
        <p:spPr>
          <a:xfrm>
            <a:off x="6494780" y="2860042"/>
            <a:ext cx="4711776"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EEF7EA"/>
                </a:solidFill>
                <a:latin typeface="Space Grotesk" pitchFamily="34" charset="0"/>
                <a:ea typeface="Space Grotesk" pitchFamily="34" charset="-122"/>
                <a:cs typeface="Space Grotesk" pitchFamily="34" charset="-120"/>
              </a:rPr>
              <a:t>Starting tasks is slow, and cloud AI isn't allowed everywhere</a:t>
            </a:r>
            <a:endParaRPr lang="en-US" sz="1500" dirty="0"/>
          </a:p>
        </p:txBody>
      </p:sp>
      <p:sp>
        <p:nvSpPr>
          <p:cNvPr id="10" name="Shape 8"/>
          <p:cNvSpPr/>
          <p:nvPr/>
        </p:nvSpPr>
        <p:spPr>
          <a:xfrm>
            <a:off x="815975" y="4316096"/>
            <a:ext cx="5187950" cy="1522730"/>
          </a:xfrm>
          <a:prstGeom prst="roundRect">
            <a:avLst>
              <a:gd name="adj" fmla="val 9800"/>
            </a:avLst>
          </a:prstGeom>
          <a:solidFill>
            <a:srgbClr val="133A19"/>
          </a:solidFill>
          <a:ln w="6350">
            <a:solidFill>
              <a:srgbClr val="24542B"/>
            </a:solidFill>
            <a:prstDash val="solid"/>
          </a:ln>
        </p:spPr>
        <p:txBody>
          <a:bodyPr/>
          <a:lstStyle/>
          <a:p>
            <a:endParaRPr lang="en-US"/>
          </a:p>
        </p:txBody>
      </p:sp>
      <p:sp>
        <p:nvSpPr>
          <p:cNvPr id="11" name="Text 9"/>
          <p:cNvSpPr/>
          <p:nvPr/>
        </p:nvSpPr>
        <p:spPr>
          <a:xfrm>
            <a:off x="1122680" y="4622800"/>
            <a:ext cx="4711776"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5FD03A"/>
                </a:solidFill>
                <a:latin typeface="Space Grotesk" pitchFamily="34" charset="0"/>
                <a:ea typeface="Space Grotesk" pitchFamily="34" charset="-122"/>
                <a:cs typeface="Space Grotesk" pitchFamily="34" charset="-120"/>
              </a:rPr>
              <a:t>Where?</a:t>
            </a:r>
            <a:endParaRPr lang="en-US" sz="1800" dirty="0"/>
          </a:p>
        </p:txBody>
      </p:sp>
      <p:sp>
        <p:nvSpPr>
          <p:cNvPr id="12" name="Text 10"/>
          <p:cNvSpPr/>
          <p:nvPr/>
        </p:nvSpPr>
        <p:spPr>
          <a:xfrm>
            <a:off x="1122680" y="4998721"/>
            <a:ext cx="4711776"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EEF7EA"/>
                </a:solidFill>
                <a:latin typeface="Space Grotesk" pitchFamily="34" charset="0"/>
                <a:ea typeface="Space Grotesk" pitchFamily="34" charset="-122"/>
                <a:cs typeface="Space Grotesk" pitchFamily="34" charset="-120"/>
              </a:rPr>
              <a:t>Teams using Azure DevOps and git, in the terminal and VS Code</a:t>
            </a:r>
            <a:endParaRPr lang="en-US" sz="1500" dirty="0"/>
          </a:p>
        </p:txBody>
      </p:sp>
      <p:sp>
        <p:nvSpPr>
          <p:cNvPr id="13" name="Shape 11"/>
          <p:cNvSpPr/>
          <p:nvPr/>
        </p:nvSpPr>
        <p:spPr>
          <a:xfrm>
            <a:off x="6188075" y="4316096"/>
            <a:ext cx="5187950" cy="1522730"/>
          </a:xfrm>
          <a:prstGeom prst="roundRect">
            <a:avLst>
              <a:gd name="adj" fmla="val 9800"/>
            </a:avLst>
          </a:prstGeom>
          <a:solidFill>
            <a:srgbClr val="133A19"/>
          </a:solidFill>
          <a:ln w="6350">
            <a:solidFill>
              <a:srgbClr val="24542B"/>
            </a:solidFill>
            <a:prstDash val="solid"/>
          </a:ln>
        </p:spPr>
        <p:txBody>
          <a:bodyPr/>
          <a:lstStyle/>
          <a:p>
            <a:endParaRPr lang="en-US"/>
          </a:p>
        </p:txBody>
      </p:sp>
      <p:sp>
        <p:nvSpPr>
          <p:cNvPr id="14" name="Text 12"/>
          <p:cNvSpPr/>
          <p:nvPr/>
        </p:nvSpPr>
        <p:spPr>
          <a:xfrm>
            <a:off x="6494780" y="4622800"/>
            <a:ext cx="4711776" cy="299720"/>
          </a:xfrm>
          <a:prstGeom prst="rect">
            <a:avLst/>
          </a:prstGeom>
          <a:noFill/>
          <a:ln/>
        </p:spPr>
        <p:txBody>
          <a:bodyPr wrap="square" lIns="0" tIns="0" rIns="0" bIns="0" rtlCol="0" anchor="t">
            <a:normAutofit/>
          </a:bodyPr>
          <a:lstStyle/>
          <a:p>
            <a:pPr marL="0" indent="0" algn="l">
              <a:lnSpc>
                <a:spcPts val="2160"/>
              </a:lnSpc>
              <a:buNone/>
            </a:pPr>
            <a:r>
              <a:rPr lang="en-US" b="1" dirty="0">
                <a:solidFill>
                  <a:srgbClr val="5FD03A"/>
                </a:solidFill>
                <a:latin typeface="Space Grotesk" pitchFamily="34" charset="0"/>
                <a:ea typeface="Space Grotesk" pitchFamily="34" charset="-122"/>
                <a:cs typeface="Space Grotesk" pitchFamily="34" charset="-120"/>
              </a:rPr>
              <a:t>I</a:t>
            </a:r>
            <a:r>
              <a:rPr lang="en-US" sz="1800" b="1" dirty="0">
                <a:solidFill>
                  <a:srgbClr val="5FD03A"/>
                </a:solidFill>
                <a:latin typeface="Space Grotesk" pitchFamily="34" charset="0"/>
                <a:ea typeface="Space Grotesk" pitchFamily="34" charset="-122"/>
                <a:cs typeface="Space Grotesk" pitchFamily="34" charset="-120"/>
              </a:rPr>
              <a:t>s it safe?</a:t>
            </a:r>
            <a:endParaRPr lang="en-US" sz="1800" dirty="0"/>
          </a:p>
        </p:txBody>
      </p:sp>
      <p:sp>
        <p:nvSpPr>
          <p:cNvPr id="15" name="Text 13"/>
          <p:cNvSpPr/>
          <p:nvPr/>
        </p:nvSpPr>
        <p:spPr>
          <a:xfrm>
            <a:off x="6494780" y="4998721"/>
            <a:ext cx="4711776"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EEF7EA"/>
                </a:solidFill>
                <a:latin typeface="Space Grotesk" pitchFamily="34" charset="0"/>
                <a:ea typeface="Space Grotesk" pitchFamily="34" charset="-122"/>
                <a:cs typeface="Space Grotesk" pitchFamily="34" charset="-120"/>
              </a:rPr>
              <a:t>The AI runs on your own computer, code never leaves it</a:t>
            </a:r>
            <a:endParaRPr lang="en-US" sz="1500" dirty="0"/>
          </a:p>
        </p:txBody>
      </p:sp>
      <p:sp>
        <p:nvSpPr>
          <p:cNvPr id="16" name="Text 14"/>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9C7A3"/>
                </a:solidFill>
                <a:latin typeface="JetBrains Mono" pitchFamily="34" charset="0"/>
                <a:ea typeface="JetBrains Mono" pitchFamily="34" charset="-122"/>
                <a:cs typeface="JetBrains Mono" pitchFamily="34" charset="-120"/>
              </a:rPr>
              <a:t>github.com/Norfo4ik/</a:t>
            </a:r>
            <a:r>
              <a:rPr lang="en-US" sz="1200" dirty="0" err="1">
                <a:solidFill>
                  <a:srgbClr val="A9C7A3"/>
                </a:solidFill>
                <a:latin typeface="JetBrains Mono" pitchFamily="34" charset="0"/>
                <a:ea typeface="JetBrains Mono" pitchFamily="34" charset="-122"/>
                <a:cs typeface="JetBrains Mono" pitchFamily="34" charset="-120"/>
              </a:rPr>
              <a:t>TraceForge</a:t>
            </a:r>
            <a:endParaRPr lang="en-US" sz="1200" dirty="0"/>
          </a:p>
        </p:txBody>
      </p:sp>
      <p:sp>
        <p:nvSpPr>
          <p:cNvPr id="18" name="TextBox 17">
            <a:extLst>
              <a:ext uri="{FF2B5EF4-FFF2-40B4-BE49-F238E27FC236}">
                <a16:creationId xmlns:a16="http://schemas.microsoft.com/office/drawing/2014/main" id="{64DD1CC4-9654-4178-4ACD-81EC4EBD5674}"/>
              </a:ext>
            </a:extLst>
          </p:cNvPr>
          <p:cNvSpPr txBox="1"/>
          <p:nvPr/>
        </p:nvSpPr>
        <p:spPr>
          <a:xfrm>
            <a:off x="812800" y="787400"/>
            <a:ext cx="2384425" cy="369332"/>
          </a:xfrm>
          <a:prstGeom prst="rect">
            <a:avLst/>
          </a:prstGeom>
          <a:noFill/>
        </p:spPr>
        <p:txBody>
          <a:bodyPr wrap="square" rtlCol="0">
            <a:spAutoFit/>
          </a:bodyPr>
          <a:lstStyle/>
          <a:p>
            <a:r>
              <a:rPr lang="en-US" b="1" dirty="0">
                <a:solidFill>
                  <a:srgbClr val="008A00"/>
                </a:solidFill>
                <a:latin typeface="+mj-lt"/>
              </a:rPr>
              <a:t>Summary</a:t>
            </a:r>
          </a:p>
        </p:txBody>
      </p:sp>
    </p:spTree>
  </p:cSld>
  <p:clrMapOvr>
    <a:masterClrMapping/>
  </p:clrMapOvr>
</p:sld>
</file>

<file path=ppt/theme/theme1.xml><?xml version="1.0" encoding="utf-8"?>
<a:theme xmlns:a="http://schemas.openxmlformats.org/drawingml/2006/main" name="Atea Theme">
  <a:themeElements>
    <a:clrScheme name="Custom 1">
      <a:dk1>
        <a:srgbClr val="1F2325"/>
      </a:dk1>
      <a:lt1>
        <a:sysClr val="window" lastClr="FFFFFF"/>
      </a:lt1>
      <a:dk2>
        <a:srgbClr val="4D575D"/>
      </a:dk2>
      <a:lt2>
        <a:srgbClr val="008A00"/>
      </a:lt2>
      <a:accent1>
        <a:srgbClr val="008A00"/>
      </a:accent1>
      <a:accent2>
        <a:srgbClr val="33A133"/>
      </a:accent2>
      <a:accent3>
        <a:srgbClr val="4D575D"/>
      </a:accent3>
      <a:accent4>
        <a:srgbClr val="949A9E"/>
      </a:accent4>
      <a:accent5>
        <a:srgbClr val="F6BD18"/>
      </a:accent5>
      <a:accent6>
        <a:srgbClr val="EC7A2E"/>
      </a:accent6>
      <a:hlink>
        <a:srgbClr val="008A00"/>
      </a:hlink>
      <a:folHlink>
        <a:srgbClr val="949A9E"/>
      </a:folHlink>
    </a:clrScheme>
    <a:fontScheme name="Custom 1">
      <a:majorFont>
        <a:latin typeface="Arial"/>
        <a:ea typeface=""/>
        <a:cs typeface=""/>
      </a:majorFont>
      <a:minorFont>
        <a:latin typeface="Arial"/>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tea Norway CloudTrack Presentation Template 2" id="{0B8937D6-DA72-4A5A-9A1C-D5F8C64B4F3F}" vid="{111249D7-71F1-498A-A043-59D0C147C13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b52a449b-94c7-4193-a03d-6728ae9ebb3f">
      <UserInfo>
        <DisplayName>Brynjar Skauvik</DisplayName>
        <AccountId>22</AccountId>
        <AccountType/>
      </UserInfo>
      <UserInfo>
        <DisplayName>Jenny Høyset</DisplayName>
        <AccountId>9</AccountId>
        <AccountType/>
      </UserInfo>
    </SharedWithUsers>
    <lcf76f155ced4ddcb4097134ff3c332f xmlns="a0d3c2a1-3c44-4b63-a416-d24b16e092d4">
      <Terms xmlns="http://schemas.microsoft.com/office/infopath/2007/PartnerControls"/>
    </lcf76f155ced4ddcb4097134ff3c332f>
    <TaxCatchAll xmlns="7d038d16-cce0-4d64-8011-ff6a449f9c9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TemplafyFormConfiguration><![CDATA[{"formFields":[],"formDataEntries":[]}]]></TemplafyFormConfiguration>
</file>

<file path=customXml/item4.xml><?xml version="1.0" encoding="utf-8"?>
<TemplafyTemplateConfiguration><![CDATA[{"elementsMetadata":[],"transformationConfigurations":[],"templateName":"Atea ASA Powerpoint template - 2025-10-13 (2)","templateDescription":"","enableDocumentContentUpdater":false,"version":"2.0"}]]></TemplafyTemplateConfiguration>
</file>

<file path=customXml/item5.xml><?xml version="1.0" encoding="utf-8"?>
<ct:contentTypeSchema xmlns:ct="http://schemas.microsoft.com/office/2006/metadata/contentType" xmlns:ma="http://schemas.microsoft.com/office/2006/metadata/properties/metaAttributes" ct:_="" ma:_="" ma:contentTypeName="Document" ma:contentTypeID="0x0101002B767147F2E0BC488137315F93927AF5" ma:contentTypeVersion="17" ma:contentTypeDescription="Create a new document." ma:contentTypeScope="" ma:versionID="5008de699b1b7a8d176c16d7ec91a794">
  <xsd:schema xmlns:xsd="http://www.w3.org/2001/XMLSchema" xmlns:xs="http://www.w3.org/2001/XMLSchema" xmlns:p="http://schemas.microsoft.com/office/2006/metadata/properties" xmlns:ns2="a0d3c2a1-3c44-4b63-a416-d24b16e092d4" xmlns:ns3="b52a449b-94c7-4193-a03d-6728ae9ebb3f" xmlns:ns4="7d038d16-cce0-4d64-8011-ff6a449f9c94" targetNamespace="http://schemas.microsoft.com/office/2006/metadata/properties" ma:root="true" ma:fieldsID="089a3e30a56fcf7c24f4bb54cb8cb834" ns2:_="" ns3:_="" ns4:_="">
    <xsd:import namespace="a0d3c2a1-3c44-4b63-a416-d24b16e092d4"/>
    <xsd:import namespace="b52a449b-94c7-4193-a03d-6728ae9ebb3f"/>
    <xsd:import namespace="7d038d16-cce0-4d64-8011-ff6a449f9c94"/>
    <xsd:element name="properties">
      <xsd:complexType>
        <xsd:sequence>
          <xsd:element name="documentManagement">
            <xsd:complexType>
              <xsd:all>
                <xsd:element ref="ns2:MediaServiceMetadata" minOccurs="0"/>
                <xsd:element ref="ns2:MediaServiceFastMetadata"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AutoKeyPoints" minOccurs="0"/>
                <xsd:element ref="ns2:MediaServiceKeyPoints" minOccurs="0"/>
                <xsd:element ref="ns2:lcf76f155ced4ddcb4097134ff3c332f" minOccurs="0"/>
                <xsd:element ref="ns4:TaxCatchAll" minOccurs="0"/>
                <xsd:element ref="ns2:MediaServiceDateTaken"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0d3c2a1-3c44-4b63-a416-d24b16e092d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GenerationTime" ma:index="10" nillable="true" ma:displayName="MediaServiceGenerationTime" ma:hidden="true" ma:internalName="MediaServiceGenerationTime" ma:readOnly="true">
      <xsd:simpleType>
        <xsd:restriction base="dms:Text"/>
      </xsd:simpleType>
    </xsd:element>
    <xsd:element name="MediaServiceEventHashCode" ma:index="11" nillable="true" ma:displayName="MediaServiceEventHashCode" ma:hidden="true" ma:internalName="MediaServiceEventHashCode"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47d972aa-fb31-4ec8-b795-233f73963d68" ma:termSetId="09814cd3-568e-fe90-9814-8d621ff8fb84" ma:anchorId="fba54fb3-c3e1-fe81-a776-ca4b69148c4d" ma:open="true" ma:isKeyword="false">
      <xsd:complexType>
        <xsd:sequence>
          <xsd:element ref="pc:Terms" minOccurs="0" maxOccurs="1"/>
        </xsd:sequence>
      </xsd:complexType>
    </xsd:element>
    <xsd:element name="MediaServiceDateTaken" ma:index="20" nillable="true" ma:displayName="MediaServiceDateTaken" ma:hidden="true" ma:internalName="MediaServiceDateTaken"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52a449b-94c7-4193-a03d-6728ae9ebb3f"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d038d16-cce0-4d64-8011-ff6a449f9c94" elementFormDefault="qualified">
    <xsd:import namespace="http://schemas.microsoft.com/office/2006/documentManagement/types"/>
    <xsd:import namespace="http://schemas.microsoft.com/office/infopath/2007/PartnerControls"/>
    <xsd:element name="TaxCatchAll" ma:index="19" nillable="true" ma:displayName="Taxonomy Catch All Column" ma:hidden="true" ma:list="{67a14d24-3a85-4f0e-874b-5f7479dcaee0}" ma:internalName="TaxCatchAll" ma:showField="CatchAllData" ma:web="b52a449b-94c7-4193-a03d-6728ae9ebb3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6.xml><?xml version="1.0" encoding="utf-8"?>
<TemplafySlideFormConfiguration><![CDATA[{"formFields":[],"formDataEntries":[]}]]></TemplafySlideFormConfiguration>
</file>

<file path=customXml/item7.xml><?xml version="1.0" encoding="utf-8"?>
<TemplafySlideTemplateConfiguration><![CDATA[{"slideVersion":1,"isValidatorEnabled":false,"isLocked":false,"elementsMetadata":[],"slideId":"1405364006565445632","enableDocumentContentUpdater":false,"version":"2.0"}]]></TemplafySlideTemplateConfiguration>
</file>

<file path=customXml/item8.xml><?xml version="1.0" encoding="utf-8"?>
<TemplafySlideTemplateConfiguration><![CDATA[{"slideVersion":1,"isValidatorEnabled":false,"isLocked":false,"elementsMetadata":[],"slideId":"1405364006565445633","enableDocumentContentUpdater":false,"version":"2.0"}]]></TemplafySlideTemplateConfiguration>
</file>

<file path=customXml/item9.xml><?xml version="1.0" encoding="utf-8"?>
<TemplafySlideFormConfiguration><![CDATA[{"formFields":[],"formDataEntries":[]}]]></TemplafySlideFormConfiguration>
</file>

<file path=customXml/item10.xml><?xml version="1.0" encoding="utf-8"?>
<TemplafySlideFormConfiguration><![CDATA[{"formFields":[],"formDataEntries":[]}]]></TemplafySlideFormConfiguration>
</file>

<file path=customXml/item11.xml><?xml version="1.0" encoding="utf-8"?>
<TemplafySlideTemplateConfiguration><![CDATA[{"slideVersion":1,"isValidatorEnabled":false,"isLocked":false,"elementsMetadata":[],"slideId":"1405364006565445634","enableDocumentContentUpdater":false,"version":"2.0"}]]></TemplafySlideTemplateConfiguration>
</file>

<file path=customXml/itemProps1.xml><?xml version="1.0" encoding="utf-8"?>
<ds:datastoreItem xmlns:ds="http://schemas.openxmlformats.org/officeDocument/2006/customXml" ds:itemID="{50E6875C-C65A-4E07-BBA2-A5D0A80D1111}">
  <ds:schemaRefs>
    <ds:schemaRef ds:uri="http://schemas.microsoft.com/office/2006/documentManagement/types"/>
    <ds:schemaRef ds:uri="7d038d16-cce0-4d64-8011-ff6a449f9c94"/>
    <ds:schemaRef ds:uri="http://purl.org/dc/terms/"/>
    <ds:schemaRef ds:uri="http://www.w3.org/XML/1998/namespace"/>
    <ds:schemaRef ds:uri="http://purl.org/dc/elements/1.1/"/>
    <ds:schemaRef ds:uri="http://schemas.microsoft.com/office/infopath/2007/PartnerControls"/>
    <ds:schemaRef ds:uri="b52a449b-94c7-4193-a03d-6728ae9ebb3f"/>
    <ds:schemaRef ds:uri="http://schemas.openxmlformats.org/package/2006/metadata/core-properties"/>
    <ds:schemaRef ds:uri="a0d3c2a1-3c44-4b63-a416-d24b16e092d4"/>
    <ds:schemaRef ds:uri="http://schemas.microsoft.com/office/2006/metadata/properties"/>
    <ds:schemaRef ds:uri="http://purl.org/dc/dcmitype/"/>
  </ds:schemaRefs>
</ds:datastoreItem>
</file>

<file path=customXml/itemProps2.xml><?xml version="1.0" encoding="utf-8"?>
<ds:datastoreItem xmlns:ds="http://schemas.openxmlformats.org/officeDocument/2006/customXml" ds:itemID="{3B1053CF-8F88-45CA-934B-7A7E6F885F14}">
  <ds:schemaRefs>
    <ds:schemaRef ds:uri="http://schemas.microsoft.com/sharepoint/v3/contenttype/forms"/>
  </ds:schemaRefs>
</ds:datastoreItem>
</file>

<file path=customXml/itemProps3.xml><?xml version="1.0" encoding="utf-8"?>
<ds:datastoreItem xmlns:ds="http://schemas.openxmlformats.org/officeDocument/2006/customXml" ds:itemID="{8E0F3DAC-EEEE-46DC-B8F1-5A8DC08F08C7}">
  <ds:schemaRefs/>
</ds:datastoreItem>
</file>

<file path=customXml/itemProps4.xml><?xml version="1.0" encoding="utf-8"?>
<ds:datastoreItem xmlns:ds="http://schemas.openxmlformats.org/officeDocument/2006/customXml" ds:itemID="{58F21E12-266F-4806-9203-9E9453CBF976}">
  <ds:schemaRefs/>
</ds:datastoreItem>
</file>

<file path=customXml/itemProps5.xml><?xml version="1.0" encoding="utf-8"?>
<ds:datastoreItem xmlns:ds="http://schemas.openxmlformats.org/officeDocument/2006/customXml" ds:itemID="{FEB19D8B-F8C9-45C2-8A37-AB26A66C041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0d3c2a1-3c44-4b63-a416-d24b16e092d4"/>
    <ds:schemaRef ds:uri="b52a449b-94c7-4193-a03d-6728ae9ebb3f"/>
    <ds:schemaRef ds:uri="7d038d16-cce0-4d64-8011-ff6a449f9c9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6.xml><?xml version="1.0" encoding="utf-8"?>
<ds:datastoreItem xmlns:ds="http://schemas.openxmlformats.org/officeDocument/2006/customXml" ds:itemID="{494FCEF4-876B-46BA-834E-2FC49E759739}">
  <ds:schemaRefs/>
</ds:datastoreItem>
</file>

<file path=customXml/itemProps7.xml><?xml version="1.0" encoding="utf-8"?>
<ds:datastoreItem xmlns:ds="http://schemas.openxmlformats.org/officeDocument/2006/customXml" ds:itemID="{EF1124C6-48B4-4951-8177-D436FDB399B8}">
  <ds:schemaRefs/>
</ds:datastoreItem>
</file>

<file path=customXml/itemProps8.xml><?xml version="1.0" encoding="utf-8"?>
<ds:datastoreItem xmlns:ds="http://schemas.openxmlformats.org/officeDocument/2006/customXml" ds:itemID="{3DDB9236-E578-489F-B7A3-4563EEF874C0}">
  <ds:schemaRefs/>
</ds:datastoreItem>
</file>

<file path=customXml/itemProps9.xml><?xml version="1.0" encoding="utf-8"?>
<ds:datastoreItem xmlns:ds="http://schemas.openxmlformats.org/officeDocument/2006/customXml" ds:itemID="{68D934D5-DE44-4AD1-9EBE-CF3821622924}">
  <ds:schemaRefs/>
</ds:datastoreItem>
</file>

<file path=customXml/itemProps10.xml><?xml version="1.0" encoding="utf-8"?>
<ds:datastoreItem xmlns:ds="http://schemas.openxmlformats.org/officeDocument/2006/customXml" ds:itemID="{4BE88D4E-416A-4776-B261-497C9B8AD64C}">
  <ds:schemaRefs/>
</ds:datastoreItem>
</file>

<file path=customXml/itemProps11.xml><?xml version="1.0" encoding="utf-8"?>
<ds:datastoreItem xmlns:ds="http://schemas.openxmlformats.org/officeDocument/2006/customXml" ds:itemID="{B4829696-3B38-40DC-8E32-8FC7708A541F}">
  <ds:schemaRefs/>
</ds:datastoreItem>
</file>

<file path=docMetadata/LabelInfo.xml><?xml version="1.0" encoding="utf-8"?>
<clbl:labelList xmlns:clbl="http://schemas.microsoft.com/office/2020/mipLabelMetadata">
  <clbl:label id="{18450391-6d50-49e0-a466-bfda2ff2a5e1}" enabled="1" method="Privileged" siteId="{65f51067-7d65-4aa9-b996-4cc43a0d7111}" removed="0"/>
</clbl:labelList>
</file>

<file path=docProps/app.xml><?xml version="1.0" encoding="utf-8"?>
<Properties xmlns="http://schemas.openxmlformats.org/officeDocument/2006/extended-properties" xmlns:vt="http://schemas.openxmlformats.org/officeDocument/2006/docPropsVTypes">
  <Template>Atea Norway CloudTrack Presentation Template 2</Template>
  <TotalTime>0</TotalTime>
  <Words>1035</Words>
  <Application>Microsoft Office PowerPoint</Application>
  <PresentationFormat>Widescreen</PresentationFormat>
  <Paragraphs>124</Paragraphs>
  <Slides>10</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JetBrains Mono</vt:lpstr>
      <vt:lpstr>Space Grotesk</vt:lpstr>
      <vt:lpstr>Times New Roman</vt:lpstr>
      <vt:lpstr>Atea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2026-09-26T18:11:12Z</dcterms:created>
  <dcterms:modified xsi:type="dcterms:W3CDTF">2026-09-27T11:13:22Z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8450391-6d50-49e0-a466-bfda2ff2a5e1_Enabled">
    <vt:lpwstr>true</vt:lpwstr>
  </property>
  <property fmtid="{D5CDD505-2E9C-101B-9397-08002B2CF9AE}" pid="3" name="MSIP_Label_18450391-6d50-49e0-a466-bfda2ff2a5e1_SetDate">
    <vt:lpwstr>2023-07-07T12:52:46Z</vt:lpwstr>
  </property>
  <property fmtid="{D5CDD505-2E9C-101B-9397-08002B2CF9AE}" pid="4" name="MSIP_Label_18450391-6d50-49e0-a466-bfda2ff2a5e1_Method">
    <vt:lpwstr>Privileged</vt:lpwstr>
  </property>
  <property fmtid="{D5CDD505-2E9C-101B-9397-08002B2CF9AE}" pid="5" name="MSIP_Label_18450391-6d50-49e0-a466-bfda2ff2a5e1_Name">
    <vt:lpwstr>18450391-6d50-49e0-a466-bfda2ff2a5e1</vt:lpwstr>
  </property>
  <property fmtid="{D5CDD505-2E9C-101B-9397-08002B2CF9AE}" pid="6" name="MSIP_Label_18450391-6d50-49e0-a466-bfda2ff2a5e1_SiteId">
    <vt:lpwstr>65f51067-7d65-4aa9-b996-4cc43a0d7111</vt:lpwstr>
  </property>
  <property fmtid="{D5CDD505-2E9C-101B-9397-08002B2CF9AE}" pid="7" name="MSIP_Label_18450391-6d50-49e0-a466-bfda2ff2a5e1_ActionId">
    <vt:lpwstr>bae98760-f4fd-4b3d-aee0-4c07a38a4c2a</vt:lpwstr>
  </property>
  <property fmtid="{D5CDD505-2E9C-101B-9397-08002B2CF9AE}" pid="8" name="MSIP_Label_18450391-6d50-49e0-a466-bfda2ff2a5e1_ContentBits">
    <vt:lpwstr>2</vt:lpwstr>
  </property>
  <property fmtid="{D5CDD505-2E9C-101B-9397-08002B2CF9AE}" pid="9" name="ClassificationContentMarkingFooterLocations">
    <vt:lpwstr>Atea Theme:3</vt:lpwstr>
  </property>
  <property fmtid="{D5CDD505-2E9C-101B-9397-08002B2CF9AE}" pid="10" name="ClassificationContentMarkingFooterText">
    <vt:lpwstr>Sensitivity: Internal</vt:lpwstr>
  </property>
  <property fmtid="{D5CDD505-2E9C-101B-9397-08002B2CF9AE}" pid="11" name="MSIP_Label_5af4f1a9-ae13-4e26-ac6c-11f4c8a2f064_SiteId">
    <vt:lpwstr>65f51067-7d65-4aa9-b996-4cc43a0d7111</vt:lpwstr>
  </property>
  <property fmtid="{D5CDD505-2E9C-101B-9397-08002B2CF9AE}" pid="12" name="MSIP_Label_5af4f1a9-ae13-4e26-ac6c-11f4c8a2f064_Enabled">
    <vt:lpwstr>true</vt:lpwstr>
  </property>
  <property fmtid="{D5CDD505-2E9C-101B-9397-08002B2CF9AE}" pid="13" name="MediaServiceImageTags">
    <vt:lpwstr/>
  </property>
  <property fmtid="{D5CDD505-2E9C-101B-9397-08002B2CF9AE}" pid="14" name="MSIP_Label_5af4f1a9-ae13-4e26-ac6c-11f4c8a2f064_Method">
    <vt:lpwstr>Privileged</vt:lpwstr>
  </property>
  <property fmtid="{D5CDD505-2E9C-101B-9397-08002B2CF9AE}" pid="15" name="ContentTypeId">
    <vt:lpwstr>0x0101002B767147F2E0BC488137315F93927AF5</vt:lpwstr>
  </property>
  <property fmtid="{D5CDD505-2E9C-101B-9397-08002B2CF9AE}" pid="16" name="MSIP_Label_5af4f1a9-ae13-4e26-ac6c-11f4c8a2f064_SetDate">
    <vt:lpwstr>2021-08-17T17:14:16Z</vt:lpwstr>
  </property>
  <property fmtid="{D5CDD505-2E9C-101B-9397-08002B2CF9AE}" pid="17" name="MSIP_Label_5af4f1a9-ae13-4e26-ac6c-11f4c8a2f064_ContentBits">
    <vt:lpwstr>0</vt:lpwstr>
  </property>
  <property fmtid="{D5CDD505-2E9C-101B-9397-08002B2CF9AE}" pid="18" name="MSIP_Label_5af4f1a9-ae13-4e26-ac6c-11f4c8a2f064_Name">
    <vt:lpwstr>5af4f1a9-ae13-4e26-ac6c-11f4c8a2f064</vt:lpwstr>
  </property>
  <property fmtid="{D5CDD505-2E9C-101B-9397-08002B2CF9AE}" pid="19" name="MSIP_Label_5af4f1a9-ae13-4e26-ac6c-11f4c8a2f064_ActionId">
    <vt:lpwstr>4e35e75a-11d3-41b3-b781-8678d278f6ac</vt:lpwstr>
  </property>
  <property fmtid="{D5CDD505-2E9C-101B-9397-08002B2CF9AE}" pid="20" name="TemplafyTimeStamp">
    <vt:lpwstr>2026-03-09T14:05:03</vt:lpwstr>
  </property>
  <property fmtid="{D5CDD505-2E9C-101B-9397-08002B2CF9AE}" pid="21" name="TemplafyTenantId">
    <vt:lpwstr>atea</vt:lpwstr>
  </property>
  <property fmtid="{D5CDD505-2E9C-101B-9397-08002B2CF9AE}" pid="22" name="TemplafyTemplateId">
    <vt:lpwstr>1405363997813243928</vt:lpwstr>
  </property>
  <property fmtid="{D5CDD505-2E9C-101B-9397-08002B2CF9AE}" pid="23" name="TemplafyUserProfileId">
    <vt:lpwstr>703993141342502922</vt:lpwstr>
  </property>
  <property fmtid="{D5CDD505-2E9C-101B-9397-08002B2CF9AE}" pid="24" name="TemplafyFromBlank">
    <vt:bool>true</vt:bool>
  </property>
</Properties>
</file>